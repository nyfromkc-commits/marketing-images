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1" r:id="rId2"/>
    <p:sldId id="2562" r:id="rId3"/>
    <p:sldId id="2563" r:id="rId4"/>
    <p:sldId id="2564" r:id="rId5"/>
    <p:sldId id="2565" r:id="rId6"/>
    <p:sldId id="2566" r:id="rId7"/>
    <p:sldId id="2567" r:id="rId8"/>
    <p:sldId id="2568" r:id="rId9"/>
    <p:sldId id="25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A vs 401(k) Retirement Income Comparison" id="{D90CD4BC-A944-40C3-9A68-ED8358EE3129}">
          <p14:sldIdLst>
            <p14:sldId id="2561"/>
          </p14:sldIdLst>
        </p14:section>
        <p14:section name="Scenario Overview" id="{288355EF-6618-49F7-BBF5-D2B57074D5A7}">
          <p14:sldIdLst>
            <p14:sldId id="2562"/>
            <p14:sldId id="2563"/>
          </p14:sldIdLst>
        </p14:section>
        <p14:section name="Cumulative Income Comparison" id="{19D73F42-6CD7-42CD-819E-0F9FEAC48601}">
          <p14:sldIdLst>
            <p14:sldId id="2564"/>
            <p14:sldId id="2565"/>
          </p14:sldIdLst>
        </p14:section>
        <p14:section name="401(k) Remaining Balance" id="{155A6F02-015D-47CB-A3CD-F24DA66E4260}">
          <p14:sldIdLst>
            <p14:sldId id="2566"/>
            <p14:sldId id="2567"/>
          </p14:sldIdLst>
        </p14:section>
        <p14:section name="Key Takeaways" id="{62D3958E-FED9-4D5F-929D-C06E9B776D9B}">
          <p14:sldIdLst>
            <p14:sldId id="2568"/>
            <p14:sldId id="25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F197DA5-A9B7-4BF0-9BAA-29E89BEC5FA5}" v="12" dt="2025-09-10T09:05:56.8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6F197DA5-A9B7-4BF0-9BAA-29E89BEC5FA5}"/>
    <pc:docChg chg="mod addSld modSld addMainMaster delMainMaster addSection">
      <pc:chgData name="" userId="" providerId="" clId="Web-{6F197DA5-A9B7-4BF0-9BAA-29E89BEC5FA5}" dt="2025-09-10T09:05:56.837" v="12" actId="34807"/>
      <pc:docMkLst>
        <pc:docMk/>
      </pc:docMkLst>
      <pc:sldChg chg="modSp add mod modClrScheme addAnim chgLayout">
        <pc:chgData name="" userId="" providerId="" clId="Web-{6F197DA5-A9B7-4BF0-9BAA-29E89BEC5FA5}" dt="2025-09-10T09:05:56.837" v="4" actId="34807"/>
        <pc:sldMkLst>
          <pc:docMk/>
          <pc:sldMk cId="1289661670" sldId="2561"/>
        </pc:sldMkLst>
        <pc:spChg chg="mod">
          <ac:chgData name="" userId="" providerId="" clId="Web-{6F197DA5-A9B7-4BF0-9BAA-29E89BEC5FA5}" dt="2025-09-10T09:05:56.837" v="1" actId="34807"/>
          <ac:spMkLst>
            <pc:docMk/>
            <pc:sldMk cId="1289661670" sldId="2561"/>
            <ac:spMk id="2" creationId="{068D5DAD-D947-6983-9A4B-9162DD2CCFF1}"/>
          </ac:spMkLst>
        </pc:spChg>
        <pc:spChg chg="mod">
          <ac:chgData name="" userId="" providerId="" clId="Web-{6F197DA5-A9B7-4BF0-9BAA-29E89BEC5FA5}" dt="2025-09-10T09:05:56.837" v="1" actId="34807"/>
          <ac:spMkLst>
            <pc:docMk/>
            <pc:sldMk cId="1289661670" sldId="2561"/>
            <ac:spMk id="3" creationId="{A78AD08E-2F3A-C745-CDAE-0DF1263AC142}"/>
          </ac:spMkLst>
        </pc:spChg>
      </pc:sldChg>
      <pc:sldChg chg="addSp modSp add mod modTransition addAnim chgLayout">
        <pc:chgData name="" userId="" providerId="" clId="Web-{6F197DA5-A9B7-4BF0-9BAA-29E89BEC5FA5}" dt="2025-09-10T09:05:56.837" v="5" actId="34807"/>
        <pc:sldMkLst>
          <pc:docMk/>
          <pc:sldMk cId="4171648216" sldId="2562"/>
        </pc:sldMkLst>
        <pc:spChg chg="mod">
          <ac:chgData name="" userId="" providerId="" clId="Web-{6F197DA5-A9B7-4BF0-9BAA-29E89BEC5FA5}" dt="2025-09-10T09:05:56.837" v="1" actId="34807"/>
          <ac:spMkLst>
            <pc:docMk/>
            <pc:sldMk cId="4171648216" sldId="2562"/>
            <ac:spMk id="3" creationId="{159958FD-19EE-48BE-A820-634348A41E33}"/>
          </ac:spMkLst>
        </pc:spChg>
        <pc:spChg chg="add mod">
          <ac:chgData name="" userId="" providerId="" clId="Web-{6F197DA5-A9B7-4BF0-9BAA-29E89BEC5FA5}" dt="2025-09-10T09:05:56.837" v="1" actId="34807"/>
          <ac:spMkLst>
            <pc:docMk/>
            <pc:sldMk cId="4171648216" sldId="2562"/>
            <ac:spMk id="8" creationId="{CDB713D0-FF7A-89B4-9C55-1147142EDEF0}"/>
          </ac:spMkLst>
        </pc:spChg>
      </pc:sldChg>
      <pc:sldChg chg="modSp add mod modTransition modClrScheme addAnim chgLayout">
        <pc:chgData name="" userId="" providerId="" clId="Web-{6F197DA5-A9B7-4BF0-9BAA-29E89BEC5FA5}" dt="2025-09-10T09:05:56.837" v="6" actId="34807"/>
        <pc:sldMkLst>
          <pc:docMk/>
          <pc:sldMk cId="2821006392" sldId="2563"/>
        </pc:sldMkLst>
        <pc:spChg chg="mod">
          <ac:chgData name="" userId="" providerId="" clId="Web-{6F197DA5-A9B7-4BF0-9BAA-29E89BEC5FA5}" dt="2025-09-10T09:05:56.837" v="1" actId="34807"/>
          <ac:spMkLst>
            <pc:docMk/>
            <pc:sldMk cId="2821006392" sldId="2563"/>
            <ac:spMk id="3" creationId="{DA066D71-C5F7-CA5C-3A93-4AD6D2D10ACD}"/>
          </ac:spMkLst>
        </pc:spChg>
        <pc:spChg chg="mod">
          <ac:chgData name="" userId="" providerId="" clId="Web-{6F197DA5-A9B7-4BF0-9BAA-29E89BEC5FA5}" dt="2025-09-10T09:05:56.837" v="1" actId="34807"/>
          <ac:spMkLst>
            <pc:docMk/>
            <pc:sldMk cId="2821006392" sldId="2563"/>
            <ac:spMk id="4" creationId="{CAB5FC13-545C-0042-6495-1A7D8B27FCEE}"/>
          </ac:spMkLst>
        </pc:spChg>
        <pc:picChg chg="mod">
          <ac:chgData name="" userId="" providerId="" clId="Web-{6F197DA5-A9B7-4BF0-9BAA-29E89BEC5FA5}" dt="2025-09-10T09:05:56.837" v="1" actId="34807"/>
          <ac:picMkLst>
            <pc:docMk/>
            <pc:sldMk cId="2821006392" sldId="2563"/>
            <ac:picMk id="5" creationId="{64ADD40A-47F9-4512-A68C-0954D4D6F908}"/>
          </ac:picMkLst>
        </pc:picChg>
      </pc:sldChg>
      <pc:sldChg chg="addSp modSp add mod modTransition addAnim chgLayout">
        <pc:chgData name="" userId="" providerId="" clId="Web-{6F197DA5-A9B7-4BF0-9BAA-29E89BEC5FA5}" dt="2025-09-10T09:05:56.837" v="7" actId="34807"/>
        <pc:sldMkLst>
          <pc:docMk/>
          <pc:sldMk cId="583042788" sldId="2564"/>
        </pc:sldMkLst>
        <pc:spChg chg="mod">
          <ac:chgData name="" userId="" providerId="" clId="Web-{6F197DA5-A9B7-4BF0-9BAA-29E89BEC5FA5}" dt="2025-09-10T09:05:56.837" v="1" actId="34807"/>
          <ac:spMkLst>
            <pc:docMk/>
            <pc:sldMk cId="583042788" sldId="2564"/>
            <ac:spMk id="3" creationId="{703991EA-CBF1-BA68-739A-F55D82DBF4E8}"/>
          </ac:spMkLst>
        </pc:spChg>
        <pc:spChg chg="add mod">
          <ac:chgData name="" userId="" providerId="" clId="Web-{6F197DA5-A9B7-4BF0-9BAA-29E89BEC5FA5}" dt="2025-09-10T09:05:56.837" v="1" actId="34807"/>
          <ac:spMkLst>
            <pc:docMk/>
            <pc:sldMk cId="583042788" sldId="2564"/>
            <ac:spMk id="8" creationId="{07917BF8-62AF-B2C0-3395-45B307974F6A}"/>
          </ac:spMkLst>
        </pc:spChg>
      </pc:sldChg>
      <pc:sldChg chg="modSp add mod modTransition modClrScheme addAnim chgLayout">
        <pc:chgData name="" userId="" providerId="" clId="Web-{6F197DA5-A9B7-4BF0-9BAA-29E89BEC5FA5}" dt="2025-09-10T09:05:56.837" v="8" actId="34807"/>
        <pc:sldMkLst>
          <pc:docMk/>
          <pc:sldMk cId="3451815565" sldId="2565"/>
        </pc:sldMkLst>
        <pc:spChg chg="mod">
          <ac:chgData name="" userId="" providerId="" clId="Web-{6F197DA5-A9B7-4BF0-9BAA-29E89BEC5FA5}" dt="2025-09-10T09:05:56.837" v="1" actId="34807"/>
          <ac:spMkLst>
            <pc:docMk/>
            <pc:sldMk cId="3451815565" sldId="2565"/>
            <ac:spMk id="3" creationId="{933895F1-15E2-EF22-D4E7-16FC5083C97E}"/>
          </ac:spMkLst>
        </pc:spChg>
        <pc:spChg chg="mod">
          <ac:chgData name="" userId="" providerId="" clId="Web-{6F197DA5-A9B7-4BF0-9BAA-29E89BEC5FA5}" dt="2025-09-10T09:05:56.837" v="1" actId="34807"/>
          <ac:spMkLst>
            <pc:docMk/>
            <pc:sldMk cId="3451815565" sldId="2565"/>
            <ac:spMk id="4" creationId="{0344820D-89C6-62B4-D3F1-782C77D6451E}"/>
          </ac:spMkLst>
        </pc:spChg>
        <pc:picChg chg="mod">
          <ac:chgData name="" userId="" providerId="" clId="Web-{6F197DA5-A9B7-4BF0-9BAA-29E89BEC5FA5}" dt="2025-09-10T09:05:56.837" v="1" actId="34807"/>
          <ac:picMkLst>
            <pc:docMk/>
            <pc:sldMk cId="3451815565" sldId="2565"/>
            <ac:picMk id="5" creationId="{5C49B9AE-624C-4C76-9292-36C44C5CD7FA}"/>
          </ac:picMkLst>
        </pc:picChg>
      </pc:sldChg>
      <pc:sldChg chg="addSp modSp add mod modTransition addAnim chgLayout">
        <pc:chgData name="" userId="" providerId="" clId="Web-{6F197DA5-A9B7-4BF0-9BAA-29E89BEC5FA5}" dt="2025-09-10T09:05:56.837" v="9" actId="34807"/>
        <pc:sldMkLst>
          <pc:docMk/>
          <pc:sldMk cId="467007977" sldId="2566"/>
        </pc:sldMkLst>
        <pc:spChg chg="mod">
          <ac:chgData name="" userId="" providerId="" clId="Web-{6F197DA5-A9B7-4BF0-9BAA-29E89BEC5FA5}" dt="2025-09-10T09:05:56.837" v="1" actId="34807"/>
          <ac:spMkLst>
            <pc:docMk/>
            <pc:sldMk cId="467007977" sldId="2566"/>
            <ac:spMk id="3" creationId="{6B073B5A-9293-FF33-4AA1-3725BFD21AFD}"/>
          </ac:spMkLst>
        </pc:spChg>
        <pc:spChg chg="add mod">
          <ac:chgData name="" userId="" providerId="" clId="Web-{6F197DA5-A9B7-4BF0-9BAA-29E89BEC5FA5}" dt="2025-09-10T09:05:56.837" v="1" actId="34807"/>
          <ac:spMkLst>
            <pc:docMk/>
            <pc:sldMk cId="467007977" sldId="2566"/>
            <ac:spMk id="8" creationId="{B19B6E93-BC81-A061-589F-D2794D66A39E}"/>
          </ac:spMkLst>
        </pc:spChg>
      </pc:sldChg>
      <pc:sldChg chg="modSp add mod modTransition modClrScheme addAnim chgLayout">
        <pc:chgData name="" userId="" providerId="" clId="Web-{6F197DA5-A9B7-4BF0-9BAA-29E89BEC5FA5}" dt="2025-09-10T09:05:56.837" v="10" actId="34807"/>
        <pc:sldMkLst>
          <pc:docMk/>
          <pc:sldMk cId="1654493545" sldId="2567"/>
        </pc:sldMkLst>
        <pc:spChg chg="mod">
          <ac:chgData name="" userId="" providerId="" clId="Web-{6F197DA5-A9B7-4BF0-9BAA-29E89BEC5FA5}" dt="2025-09-10T09:05:56.837" v="1" actId="34807"/>
          <ac:spMkLst>
            <pc:docMk/>
            <pc:sldMk cId="1654493545" sldId="2567"/>
            <ac:spMk id="3" creationId="{22C2ED15-2320-43CA-CCBC-529E400744A0}"/>
          </ac:spMkLst>
        </pc:spChg>
        <pc:spChg chg="mod">
          <ac:chgData name="" userId="" providerId="" clId="Web-{6F197DA5-A9B7-4BF0-9BAA-29E89BEC5FA5}" dt="2025-09-10T09:05:56.837" v="1" actId="34807"/>
          <ac:spMkLst>
            <pc:docMk/>
            <pc:sldMk cId="1654493545" sldId="2567"/>
            <ac:spMk id="4" creationId="{C51C0455-0A64-1A8D-A2D5-8BC608A0619D}"/>
          </ac:spMkLst>
        </pc:spChg>
        <pc:picChg chg="mod">
          <ac:chgData name="" userId="" providerId="" clId="Web-{6F197DA5-A9B7-4BF0-9BAA-29E89BEC5FA5}" dt="2025-09-10T09:05:56.837" v="1" actId="34807"/>
          <ac:picMkLst>
            <pc:docMk/>
            <pc:sldMk cId="1654493545" sldId="2567"/>
            <ac:picMk id="5" creationId="{CB12603C-D4C9-48F4-8853-7E9BB417FAE6}"/>
          </ac:picMkLst>
        </pc:picChg>
      </pc:sldChg>
      <pc:sldChg chg="addSp modSp add mod modTransition addAnim chgLayout">
        <pc:chgData name="" userId="" providerId="" clId="Web-{6F197DA5-A9B7-4BF0-9BAA-29E89BEC5FA5}" dt="2025-09-10T09:05:56.837" v="11" actId="34807"/>
        <pc:sldMkLst>
          <pc:docMk/>
          <pc:sldMk cId="1845518894" sldId="2568"/>
        </pc:sldMkLst>
        <pc:spChg chg="mod">
          <ac:chgData name="" userId="" providerId="" clId="Web-{6F197DA5-A9B7-4BF0-9BAA-29E89BEC5FA5}" dt="2025-09-10T09:05:56.837" v="1" actId="34807"/>
          <ac:spMkLst>
            <pc:docMk/>
            <pc:sldMk cId="1845518894" sldId="2568"/>
            <ac:spMk id="3" creationId="{C08A5152-11E3-F91A-E124-76F04853089C}"/>
          </ac:spMkLst>
        </pc:spChg>
        <pc:spChg chg="add mod">
          <ac:chgData name="" userId="" providerId="" clId="Web-{6F197DA5-A9B7-4BF0-9BAA-29E89BEC5FA5}" dt="2025-09-10T09:05:56.837" v="1" actId="34807"/>
          <ac:spMkLst>
            <pc:docMk/>
            <pc:sldMk cId="1845518894" sldId="2568"/>
            <ac:spMk id="8" creationId="{EB49E6C8-0B0C-5EF0-08E7-733B1650B08B}"/>
          </ac:spMkLst>
        </pc:spChg>
      </pc:sldChg>
      <pc:sldChg chg="modSp add mod modTransition modClrScheme addAnim chgLayout">
        <pc:chgData name="" userId="" providerId="" clId="Web-{6F197DA5-A9B7-4BF0-9BAA-29E89BEC5FA5}" dt="2025-09-10T09:05:56.837" v="12" actId="34807"/>
        <pc:sldMkLst>
          <pc:docMk/>
          <pc:sldMk cId="1885572857" sldId="2569"/>
        </pc:sldMkLst>
        <pc:spChg chg="mod">
          <ac:chgData name="" userId="" providerId="" clId="Web-{6F197DA5-A9B7-4BF0-9BAA-29E89BEC5FA5}" dt="2025-09-10T09:05:56.837" v="1" actId="34807"/>
          <ac:spMkLst>
            <pc:docMk/>
            <pc:sldMk cId="1885572857" sldId="2569"/>
            <ac:spMk id="3" creationId="{2BA47306-C1C2-7D59-4851-602EB80ADCAD}"/>
          </ac:spMkLst>
        </pc:spChg>
        <pc:spChg chg="mod">
          <ac:chgData name="" userId="" providerId="" clId="Web-{6F197DA5-A9B7-4BF0-9BAA-29E89BEC5FA5}" dt="2025-09-10T09:05:56.837" v="1" actId="34807"/>
          <ac:spMkLst>
            <pc:docMk/>
            <pc:sldMk cId="1885572857" sldId="2569"/>
            <ac:spMk id="4" creationId="{46E611C4-C248-659F-4D9B-315A9F21BC73}"/>
          </ac:spMkLst>
        </pc:spChg>
        <pc:picChg chg="mod">
          <ac:chgData name="" userId="" providerId="" clId="Web-{6F197DA5-A9B7-4BF0-9BAA-29E89BEC5FA5}" dt="2025-09-10T09:05:56.837" v="1" actId="34807"/>
          <ac:picMkLst>
            <pc:docMk/>
            <pc:sldMk cId="1885572857" sldId="2569"/>
            <ac:picMk id="5" creationId="{DEE7349E-CFA1-41D5-B24B-EBD479BBB19B}"/>
          </ac:picMkLst>
        </pc:picChg>
      </pc:sldChg>
      <pc:sldMasterChg chg="add addSldLayout">
        <pc:chgData name="" userId="" providerId="" clId="Web-{6F197DA5-A9B7-4BF0-9BAA-29E89BEC5FA5}" dt="2025-09-10T09:05:56.805" v="0" actId="34807"/>
        <pc:sldMasterMkLst>
          <pc:docMk/>
          <pc:sldMasterMk cId="1055946381" sldId="2147483648"/>
        </pc:sldMasterMkLst>
        <pc:sldLayoutChg chg="add">
          <pc:chgData name="" userId="" providerId="" clId="Web-{6F197DA5-A9B7-4BF0-9BAA-29E89BEC5FA5}" dt="2025-09-10T09:05:56.805" v="0" actId="34807"/>
          <pc:sldLayoutMkLst>
            <pc:docMk/>
            <pc:sldMasterMk cId="1055946381" sldId="2147483648"/>
            <pc:sldLayoutMk cId="2875962347" sldId="2147483649"/>
          </pc:sldLayoutMkLst>
        </pc:sldLayoutChg>
        <pc:sldLayoutChg chg="add">
          <pc:chgData name="" userId="" providerId="" clId="Web-{6F197DA5-A9B7-4BF0-9BAA-29E89BEC5FA5}" dt="2025-09-10T09:05:56.805" v="0" actId="34807"/>
          <pc:sldLayoutMkLst>
            <pc:docMk/>
            <pc:sldMasterMk cId="1055946381" sldId="2147483648"/>
            <pc:sldLayoutMk cId="2253546063" sldId="2147483650"/>
          </pc:sldLayoutMkLst>
        </pc:sldLayoutChg>
        <pc:sldLayoutChg chg="add">
          <pc:chgData name="" userId="" providerId="" clId="Web-{6F197DA5-A9B7-4BF0-9BAA-29E89BEC5FA5}" dt="2025-09-10T09:05:56.805" v="0" actId="34807"/>
          <pc:sldLayoutMkLst>
            <pc:docMk/>
            <pc:sldMasterMk cId="1055946381" sldId="2147483648"/>
            <pc:sldLayoutMk cId="1598619506" sldId="2147483651"/>
          </pc:sldLayoutMkLst>
        </pc:sldLayoutChg>
        <pc:sldLayoutChg chg="add">
          <pc:chgData name="" userId="" providerId="" clId="Web-{6F197DA5-A9B7-4BF0-9BAA-29E89BEC5FA5}" dt="2025-09-10T09:05:56.805" v="0" actId="34807"/>
          <pc:sldLayoutMkLst>
            <pc:docMk/>
            <pc:sldMasterMk cId="1055946381" sldId="2147483648"/>
            <pc:sldLayoutMk cId="1821101200" sldId="2147483652"/>
          </pc:sldLayoutMkLst>
        </pc:sldLayoutChg>
        <pc:sldLayoutChg chg="add">
          <pc:chgData name="" userId="" providerId="" clId="Web-{6F197DA5-A9B7-4BF0-9BAA-29E89BEC5FA5}" dt="2025-09-10T09:05:56.805" v="0" actId="34807"/>
          <pc:sldLayoutMkLst>
            <pc:docMk/>
            <pc:sldMasterMk cId="1055946381" sldId="2147483648"/>
            <pc:sldLayoutMk cId="3702184208" sldId="2147483653"/>
          </pc:sldLayoutMkLst>
        </pc:sldLayoutChg>
        <pc:sldLayoutChg chg="add">
          <pc:chgData name="" userId="" providerId="" clId="Web-{6F197DA5-A9B7-4BF0-9BAA-29E89BEC5FA5}" dt="2025-09-10T09:05:56.805" v="0" actId="34807"/>
          <pc:sldLayoutMkLst>
            <pc:docMk/>
            <pc:sldMasterMk cId="1055946381" sldId="2147483648"/>
            <pc:sldLayoutMk cId="3581640697" sldId="2147483654"/>
          </pc:sldLayoutMkLst>
        </pc:sldLayoutChg>
        <pc:sldLayoutChg chg="add">
          <pc:chgData name="" userId="" providerId="" clId="Web-{6F197DA5-A9B7-4BF0-9BAA-29E89BEC5FA5}" dt="2025-09-10T09:05:56.805" v="0" actId="34807"/>
          <pc:sldLayoutMkLst>
            <pc:docMk/>
            <pc:sldMasterMk cId="1055946381" sldId="2147483648"/>
            <pc:sldLayoutMk cId="4263749505" sldId="2147483655"/>
          </pc:sldLayoutMkLst>
        </pc:sldLayoutChg>
        <pc:sldLayoutChg chg="add">
          <pc:chgData name="" userId="" providerId="" clId="Web-{6F197DA5-A9B7-4BF0-9BAA-29E89BEC5FA5}" dt="2025-09-10T09:05:56.805" v="0" actId="34807"/>
          <pc:sldLayoutMkLst>
            <pc:docMk/>
            <pc:sldMasterMk cId="1055946381" sldId="2147483648"/>
            <pc:sldLayoutMk cId="3159450948" sldId="2147483656"/>
          </pc:sldLayoutMkLst>
        </pc:sldLayoutChg>
        <pc:sldLayoutChg chg="add">
          <pc:chgData name="" userId="" providerId="" clId="Web-{6F197DA5-A9B7-4BF0-9BAA-29E89BEC5FA5}" dt="2025-09-10T09:05:56.805" v="0" actId="34807"/>
          <pc:sldLayoutMkLst>
            <pc:docMk/>
            <pc:sldMasterMk cId="1055946381" sldId="2147483648"/>
            <pc:sldLayoutMk cId="405762929" sldId="2147483657"/>
          </pc:sldLayoutMkLst>
        </pc:sldLayoutChg>
        <pc:sldLayoutChg chg="add">
          <pc:chgData name="" userId="" providerId="" clId="Web-{6F197DA5-A9B7-4BF0-9BAA-29E89BEC5FA5}" dt="2025-09-10T09:05:56.805" v="0" actId="34807"/>
          <pc:sldLayoutMkLst>
            <pc:docMk/>
            <pc:sldMasterMk cId="1055946381" sldId="2147483648"/>
            <pc:sldLayoutMk cId="16551587" sldId="2147483658"/>
          </pc:sldLayoutMkLst>
        </pc:sldLayoutChg>
        <pc:sldLayoutChg chg="add">
          <pc:chgData name="" userId="" providerId="" clId="Web-{6F197DA5-A9B7-4BF0-9BAA-29E89BEC5FA5}" dt="2025-09-10T09:05:56.805" v="0" actId="34807"/>
          <pc:sldLayoutMkLst>
            <pc:docMk/>
            <pc:sldMasterMk cId="1055946381" sldId="2147483648"/>
            <pc:sldLayoutMk cId="2545665491" sldId="2147483659"/>
          </pc:sldLayoutMkLst>
        </pc:sldLayoutChg>
        <pc:sldLayoutChg chg="add replId">
          <pc:chgData name="" userId="" providerId="" clId="Web-{6F197DA5-A9B7-4BF0-9BAA-29E89BEC5FA5}" dt="2025-09-10T09:05:56.805" v="0" actId="34807"/>
          <pc:sldLayoutMkLst>
            <pc:docMk/>
            <pc:sldMasterMk cId="1055946381" sldId="2147483648"/>
            <pc:sldLayoutMk cId="3079525730" sldId="2147483672"/>
          </pc:sldLayoutMkLst>
        </pc:sldLayoutChg>
        <pc:sldLayoutChg chg="add replId">
          <pc:chgData name="" userId="" providerId="" clId="Web-{6F197DA5-A9B7-4BF0-9BAA-29E89BEC5FA5}" dt="2025-09-10T09:05:56.805" v="0" actId="34807"/>
          <pc:sldLayoutMkLst>
            <pc:docMk/>
            <pc:sldMasterMk cId="1055946381" sldId="2147483648"/>
            <pc:sldLayoutMk cId="207456509" sldId="2147483673"/>
          </pc:sldLayoutMkLst>
        </pc:sldLayoutChg>
        <pc:sldLayoutChg chg="add replId">
          <pc:chgData name="" userId="" providerId="" clId="Web-{6F197DA5-A9B7-4BF0-9BAA-29E89BEC5FA5}" dt="2025-09-10T09:05:56.805" v="0" actId="34807"/>
          <pc:sldLayoutMkLst>
            <pc:docMk/>
            <pc:sldMasterMk cId="1055946381" sldId="2147483648"/>
            <pc:sldLayoutMk cId="2468396540" sldId="2147483674"/>
          </pc:sldLayoutMkLst>
        </pc:sldLayoutChg>
        <pc:sldLayoutChg chg="add replId">
          <pc:chgData name="" userId="" providerId="" clId="Web-{6F197DA5-A9B7-4BF0-9BAA-29E89BEC5FA5}" dt="2025-09-10T09:05:56.805" v="0" actId="34807"/>
          <pc:sldLayoutMkLst>
            <pc:docMk/>
            <pc:sldMasterMk cId="1055946381" sldId="2147483648"/>
            <pc:sldLayoutMk cId="4081081523" sldId="2147483675"/>
          </pc:sldLayoutMkLst>
        </pc:sldLayoutChg>
        <pc:sldLayoutChg chg="add replId">
          <pc:chgData name="" userId="" providerId="" clId="Web-{6F197DA5-A9B7-4BF0-9BAA-29E89BEC5FA5}" dt="2025-09-10T09:05:56.805" v="0" actId="34807"/>
          <pc:sldLayoutMkLst>
            <pc:docMk/>
            <pc:sldMasterMk cId="1055946381" sldId="2147483648"/>
            <pc:sldLayoutMk cId="2592689024" sldId="2147483676"/>
          </pc:sldLayoutMkLst>
        </pc:sldLayoutChg>
        <pc:sldLayoutChg chg="add replId">
          <pc:chgData name="" userId="" providerId="" clId="Web-{6F197DA5-A9B7-4BF0-9BAA-29E89BEC5FA5}" dt="2025-09-10T09:05:56.805" v="0" actId="34807"/>
          <pc:sldLayoutMkLst>
            <pc:docMk/>
            <pc:sldMasterMk cId="1055946381" sldId="2147483648"/>
            <pc:sldLayoutMk cId="1868645420" sldId="2147483677"/>
          </pc:sldLayoutMkLst>
        </pc:sldLayoutChg>
        <pc:sldLayoutChg chg="add replId">
          <pc:chgData name="" userId="" providerId="" clId="Web-{6F197DA5-A9B7-4BF0-9BAA-29E89BEC5FA5}" dt="2025-09-10T09:05:56.805" v="0" actId="34807"/>
          <pc:sldLayoutMkLst>
            <pc:docMk/>
            <pc:sldMasterMk cId="1055946381" sldId="2147483648"/>
            <pc:sldLayoutMk cId="3676595696" sldId="2147483678"/>
          </pc:sldLayoutMkLst>
        </pc:sldLayoutChg>
        <pc:sldLayoutChg chg="add replId">
          <pc:chgData name="" userId="" providerId="" clId="Web-{6F197DA5-A9B7-4BF0-9BAA-29E89BEC5FA5}" dt="2025-09-10T09:05:56.805" v="0" actId="34807"/>
          <pc:sldLayoutMkLst>
            <pc:docMk/>
            <pc:sldMasterMk cId="1055946381" sldId="2147483648"/>
            <pc:sldLayoutMk cId="1976218821" sldId="2147483679"/>
          </pc:sldLayoutMkLst>
        </pc:sldLayoutChg>
        <pc:sldLayoutChg chg="add replId">
          <pc:chgData name="" userId="" providerId="" clId="Web-{6F197DA5-A9B7-4BF0-9BAA-29E89BEC5FA5}" dt="2025-09-10T09:05:56.805" v="0" actId="34807"/>
          <pc:sldLayoutMkLst>
            <pc:docMk/>
            <pc:sldMasterMk cId="1055946381" sldId="2147483648"/>
            <pc:sldLayoutMk cId="1709727642" sldId="2147483680"/>
          </pc:sldLayoutMkLst>
        </pc:sldLayoutChg>
        <pc:sldLayoutChg chg="add replId">
          <pc:chgData name="" userId="" providerId="" clId="Web-{6F197DA5-A9B7-4BF0-9BAA-29E89BEC5FA5}" dt="2025-09-10T09:05:56.805" v="0" actId="34807"/>
          <pc:sldLayoutMkLst>
            <pc:docMk/>
            <pc:sldMasterMk cId="1055946381" sldId="2147483648"/>
            <pc:sldLayoutMk cId="2744200117" sldId="2147483681"/>
          </pc:sldLayoutMkLst>
        </pc:sldLayoutChg>
        <pc:sldLayoutChg chg="add replId">
          <pc:chgData name="" userId="" providerId="" clId="Web-{6F197DA5-A9B7-4BF0-9BAA-29E89BEC5FA5}" dt="2025-09-10T09:05:56.805" v="0" actId="34807"/>
          <pc:sldLayoutMkLst>
            <pc:docMk/>
            <pc:sldMasterMk cId="1055946381" sldId="2147483648"/>
            <pc:sldLayoutMk cId="988293729" sldId="2147483682"/>
          </pc:sldLayoutMkLst>
        </pc:sldLayoutChg>
        <pc:sldLayoutChg chg="add replId">
          <pc:chgData name="" userId="" providerId="" clId="Web-{6F197DA5-A9B7-4BF0-9BAA-29E89BEC5FA5}" dt="2025-09-10T09:05:56.805" v="0" actId="34807"/>
          <pc:sldLayoutMkLst>
            <pc:docMk/>
            <pc:sldMasterMk cId="1055946381" sldId="2147483648"/>
            <pc:sldLayoutMk cId="526880010" sldId="2147483683"/>
          </pc:sldLayoutMkLst>
        </pc:sldLayoutChg>
        <pc:sldLayoutChg chg="add replId">
          <pc:chgData name="" userId="" providerId="" clId="Web-{6F197DA5-A9B7-4BF0-9BAA-29E89BEC5FA5}" dt="2025-09-10T09:05:56.805" v="0" actId="34807"/>
          <pc:sldLayoutMkLst>
            <pc:docMk/>
            <pc:sldMasterMk cId="1055946381" sldId="2147483648"/>
            <pc:sldLayoutMk cId="4107664376" sldId="2147483684"/>
          </pc:sldLayoutMkLst>
        </pc:sldLayoutChg>
        <pc:sldLayoutChg chg="add replId">
          <pc:chgData name="" userId="" providerId="" clId="Web-{6F197DA5-A9B7-4BF0-9BAA-29E89BEC5FA5}" dt="2025-09-10T09:05:56.805" v="0" actId="34807"/>
          <pc:sldLayoutMkLst>
            <pc:docMk/>
            <pc:sldMasterMk cId="1055946381" sldId="2147483648"/>
            <pc:sldLayoutMk cId="3000325141" sldId="2147483685"/>
          </pc:sldLayoutMkLst>
        </pc:sldLayoutChg>
        <pc:sldLayoutChg chg="add replId">
          <pc:chgData name="" userId="" providerId="" clId="Web-{6F197DA5-A9B7-4BF0-9BAA-29E89BEC5FA5}" dt="2025-09-10T09:05:56.805" v="0" actId="34807"/>
          <pc:sldLayoutMkLst>
            <pc:docMk/>
            <pc:sldMasterMk cId="1055946381" sldId="2147483648"/>
            <pc:sldLayoutMk cId="3602507356" sldId="2147483686"/>
          </pc:sldLayoutMkLst>
        </pc:sldLayoutChg>
        <pc:sldLayoutChg chg="add replId">
          <pc:chgData name="" userId="" providerId="" clId="Web-{6F197DA5-A9B7-4BF0-9BAA-29E89BEC5FA5}" dt="2025-09-10T09:05:56.805" v="0" actId="34807"/>
          <pc:sldLayoutMkLst>
            <pc:docMk/>
            <pc:sldMasterMk cId="1055946381" sldId="2147483648"/>
            <pc:sldLayoutMk cId="4121899891" sldId="2147483687"/>
          </pc:sldLayoutMkLst>
        </pc:sldLayoutChg>
        <pc:sldLayoutChg chg="add replId">
          <pc:chgData name="" userId="" providerId="" clId="Web-{6F197DA5-A9B7-4BF0-9BAA-29E89BEC5FA5}" dt="2025-09-10T09:05:56.805" v="0" actId="34807"/>
          <pc:sldLayoutMkLst>
            <pc:docMk/>
            <pc:sldMasterMk cId="1055946381" sldId="2147483648"/>
            <pc:sldLayoutMk cId="3317351556" sldId="2147483688"/>
          </pc:sldLayoutMkLst>
        </pc:sldLayoutChg>
        <pc:sldLayoutChg chg="add replId">
          <pc:chgData name="" userId="" providerId="" clId="Web-{6F197DA5-A9B7-4BF0-9BAA-29E89BEC5FA5}" dt="2025-09-10T09:05:56.805" v="0" actId="34807"/>
          <pc:sldLayoutMkLst>
            <pc:docMk/>
            <pc:sldMasterMk cId="1055946381" sldId="2147483648"/>
            <pc:sldLayoutMk cId="887720913" sldId="2147483689"/>
          </pc:sldLayoutMkLst>
        </pc:sldLayoutChg>
        <pc:sldLayoutChg chg="add replId">
          <pc:chgData name="" userId="" providerId="" clId="Web-{6F197DA5-A9B7-4BF0-9BAA-29E89BEC5FA5}" dt="2025-09-10T09:05:56.805" v="0" actId="34807"/>
          <pc:sldLayoutMkLst>
            <pc:docMk/>
            <pc:sldMasterMk cId="1055946381" sldId="2147483648"/>
            <pc:sldLayoutMk cId="2213063631" sldId="2147483690"/>
          </pc:sldLayoutMkLst>
        </pc:sldLayoutChg>
        <pc:sldLayoutChg chg="add replId">
          <pc:chgData name="" userId="" providerId="" clId="Web-{6F197DA5-A9B7-4BF0-9BAA-29E89BEC5FA5}" dt="2025-09-10T09:05:56.805" v="0" actId="34807"/>
          <pc:sldLayoutMkLst>
            <pc:docMk/>
            <pc:sldMasterMk cId="1055946381" sldId="2147483648"/>
            <pc:sldLayoutMk cId="3033082464" sldId="2147483691"/>
          </pc:sldLayoutMkLst>
        </pc:sldLayoutChg>
        <pc:sldLayoutChg chg="add replId">
          <pc:chgData name="" userId="" providerId="" clId="Web-{6F197DA5-A9B7-4BF0-9BAA-29E89BEC5FA5}" dt="2025-09-10T09:05:56.805" v="0" actId="34807"/>
          <pc:sldLayoutMkLst>
            <pc:docMk/>
            <pc:sldMasterMk cId="1055946381" sldId="2147483648"/>
            <pc:sldLayoutMk cId="3463007372" sldId="2147483692"/>
          </pc:sldLayoutMkLst>
        </pc:sldLayoutChg>
        <pc:sldLayoutChg chg="add replId">
          <pc:chgData name="" userId="" providerId="" clId="Web-{6F197DA5-A9B7-4BF0-9BAA-29E89BEC5FA5}" dt="2025-09-10T09:05:56.805" v="0" actId="34807"/>
          <pc:sldLayoutMkLst>
            <pc:docMk/>
            <pc:sldMasterMk cId="1055946381" sldId="2147483648"/>
            <pc:sldLayoutMk cId="3570816568" sldId="2147483693"/>
          </pc:sldLayoutMkLst>
        </pc:sldLayoutChg>
        <pc:sldLayoutChg chg="add replId">
          <pc:chgData name="" userId="" providerId="" clId="Web-{6F197DA5-A9B7-4BF0-9BAA-29E89BEC5FA5}" dt="2025-09-10T09:05:56.805" v="0" actId="34807"/>
          <pc:sldLayoutMkLst>
            <pc:docMk/>
            <pc:sldMasterMk cId="1055946381" sldId="2147483648"/>
            <pc:sldLayoutMk cId="575983214" sldId="2147483694"/>
          </pc:sldLayoutMkLst>
        </pc:sldLayoutChg>
        <pc:sldLayoutChg chg="add replId">
          <pc:chgData name="" userId="" providerId="" clId="Web-{6F197DA5-A9B7-4BF0-9BAA-29E89BEC5FA5}" dt="2025-09-10T09:05:56.805" v="0" actId="34807"/>
          <pc:sldLayoutMkLst>
            <pc:docMk/>
            <pc:sldMasterMk cId="1055946381" sldId="2147483648"/>
            <pc:sldLayoutMk cId="3035254529" sldId="2147483695"/>
          </pc:sldLayoutMkLst>
        </pc:sldLayoutChg>
        <pc:sldLayoutChg chg="add replId">
          <pc:chgData name="" userId="" providerId="" clId="Web-{6F197DA5-A9B7-4BF0-9BAA-29E89BEC5FA5}" dt="2025-09-10T09:05:56.805" v="0" actId="34807"/>
          <pc:sldLayoutMkLst>
            <pc:docMk/>
            <pc:sldMasterMk cId="1055946381" sldId="2147483648"/>
            <pc:sldLayoutMk cId="611412106" sldId="2147483696"/>
          </pc:sldLayoutMkLst>
        </pc:sldLayoutChg>
        <pc:sldLayoutChg chg="add replId">
          <pc:chgData name="" userId="" providerId="" clId="Web-{6F197DA5-A9B7-4BF0-9BAA-29E89BEC5FA5}" dt="2025-09-10T09:05:56.805" v="0" actId="34807"/>
          <pc:sldLayoutMkLst>
            <pc:docMk/>
            <pc:sldMasterMk cId="1055946381" sldId="2147483648"/>
            <pc:sldLayoutMk cId="2514207906" sldId="2147483697"/>
          </pc:sldLayoutMkLst>
        </pc:sldLayoutChg>
        <pc:sldLayoutChg chg="add replId">
          <pc:chgData name="" userId="" providerId="" clId="Web-{6F197DA5-A9B7-4BF0-9BAA-29E89BEC5FA5}" dt="2025-09-10T09:05:56.805" v="0" actId="34807"/>
          <pc:sldLayoutMkLst>
            <pc:docMk/>
            <pc:sldMasterMk cId="1055946381" sldId="2147483648"/>
            <pc:sldLayoutMk cId="1639093461" sldId="2147483698"/>
          </pc:sldLayoutMkLst>
        </pc:sldLayoutChg>
        <pc:sldLayoutChg chg="add replId">
          <pc:chgData name="" userId="" providerId="" clId="Web-{6F197DA5-A9B7-4BF0-9BAA-29E89BEC5FA5}" dt="2025-09-10T09:05:56.805" v="0" actId="34807"/>
          <pc:sldLayoutMkLst>
            <pc:docMk/>
            <pc:sldMasterMk cId="1055946381" sldId="2147483648"/>
            <pc:sldLayoutMk cId="2508731249" sldId="2147483699"/>
          </pc:sldLayoutMkLst>
        </pc:sldLayoutChg>
        <pc:sldLayoutChg chg="add replId">
          <pc:chgData name="" userId="" providerId="" clId="Web-{6F197DA5-A9B7-4BF0-9BAA-29E89BEC5FA5}" dt="2025-09-10T09:05:56.805" v="0" actId="34807"/>
          <pc:sldLayoutMkLst>
            <pc:docMk/>
            <pc:sldMasterMk cId="1055946381" sldId="2147483648"/>
            <pc:sldLayoutMk cId="3564852490" sldId="2147483700"/>
          </pc:sldLayoutMkLst>
        </pc:sldLayoutChg>
        <pc:sldLayoutChg chg="add replId">
          <pc:chgData name="" userId="" providerId="" clId="Web-{6F197DA5-A9B7-4BF0-9BAA-29E89BEC5FA5}" dt="2025-09-10T09:05:56.805" v="0" actId="34807"/>
          <pc:sldLayoutMkLst>
            <pc:docMk/>
            <pc:sldMasterMk cId="1055946381" sldId="2147483648"/>
            <pc:sldLayoutMk cId="1223269660" sldId="2147483701"/>
          </pc:sldLayoutMkLst>
        </pc:sldLayoutChg>
        <pc:sldLayoutChg chg="add replId">
          <pc:chgData name="" userId="" providerId="" clId="Web-{6F197DA5-A9B7-4BF0-9BAA-29E89BEC5FA5}" dt="2025-09-10T09:05:56.805" v="0" actId="34807"/>
          <pc:sldLayoutMkLst>
            <pc:docMk/>
            <pc:sldMasterMk cId="1055946381" sldId="2147483648"/>
            <pc:sldLayoutMk cId="2426029004" sldId="2147483702"/>
          </pc:sldLayoutMkLst>
        </pc:sldLayoutChg>
        <pc:sldLayoutChg chg="add replId">
          <pc:chgData name="" userId="" providerId="" clId="Web-{6F197DA5-A9B7-4BF0-9BAA-29E89BEC5FA5}" dt="2025-09-10T09:05:56.805" v="0" actId="34807"/>
          <pc:sldLayoutMkLst>
            <pc:docMk/>
            <pc:sldMasterMk cId="1055946381" sldId="2147483648"/>
            <pc:sldLayoutMk cId="417753972" sldId="2147483703"/>
          </pc:sldLayoutMkLst>
        </pc:sldLayoutChg>
        <pc:sldLayoutChg chg="add replId">
          <pc:chgData name="" userId="" providerId="" clId="Web-{6F197DA5-A9B7-4BF0-9BAA-29E89BEC5FA5}" dt="2025-09-10T09:05:56.805" v="0" actId="34807"/>
          <pc:sldLayoutMkLst>
            <pc:docMk/>
            <pc:sldMasterMk cId="1055946381" sldId="2147483648"/>
            <pc:sldLayoutMk cId="300310545" sldId="2147483704"/>
          </pc:sldLayoutMkLst>
        </pc:sldLayoutChg>
        <pc:sldLayoutChg chg="add replId">
          <pc:chgData name="" userId="" providerId="" clId="Web-{6F197DA5-A9B7-4BF0-9BAA-29E89BEC5FA5}" dt="2025-09-10T09:05:56.805" v="0" actId="34807"/>
          <pc:sldLayoutMkLst>
            <pc:docMk/>
            <pc:sldMasterMk cId="1055946381" sldId="2147483648"/>
            <pc:sldLayoutMk cId="2194586473" sldId="2147483705"/>
          </pc:sldLayoutMkLst>
        </pc:sldLayoutChg>
        <pc:sldLayoutChg chg="add replId">
          <pc:chgData name="" userId="" providerId="" clId="Web-{6F197DA5-A9B7-4BF0-9BAA-29E89BEC5FA5}" dt="2025-09-10T09:05:56.805" v="0" actId="34807"/>
          <pc:sldLayoutMkLst>
            <pc:docMk/>
            <pc:sldMasterMk cId="1055946381" sldId="2147483648"/>
            <pc:sldLayoutMk cId="1226231554" sldId="2147483706"/>
          </pc:sldLayoutMkLst>
        </pc:sldLayoutChg>
        <pc:sldLayoutChg chg="add replId">
          <pc:chgData name="" userId="" providerId="" clId="Web-{6F197DA5-A9B7-4BF0-9BAA-29E89BEC5FA5}" dt="2025-09-10T09:05:56.805" v="0" actId="34807"/>
          <pc:sldLayoutMkLst>
            <pc:docMk/>
            <pc:sldMasterMk cId="1055946381" sldId="2147483648"/>
            <pc:sldLayoutMk cId="1306834544" sldId="2147483707"/>
          </pc:sldLayoutMkLst>
        </pc:sldLayoutChg>
        <pc:sldLayoutChg chg="add replId">
          <pc:chgData name="" userId="" providerId="" clId="Web-{6F197DA5-A9B7-4BF0-9BAA-29E89BEC5FA5}" dt="2025-09-10T09:05:56.805" v="0" actId="34807"/>
          <pc:sldLayoutMkLst>
            <pc:docMk/>
            <pc:sldMasterMk cId="1055946381" sldId="2147483648"/>
            <pc:sldLayoutMk cId="3128318162" sldId="2147483708"/>
          </pc:sldLayoutMkLst>
        </pc:sldLayoutChg>
        <pc:sldLayoutChg chg="add replId">
          <pc:chgData name="" userId="" providerId="" clId="Web-{6F197DA5-A9B7-4BF0-9BAA-29E89BEC5FA5}" dt="2025-09-10T09:05:56.805" v="0" actId="34807"/>
          <pc:sldLayoutMkLst>
            <pc:docMk/>
            <pc:sldMasterMk cId="1055946381" sldId="2147483648"/>
            <pc:sldLayoutMk cId="3859550759" sldId="2147483709"/>
          </pc:sldLayoutMkLst>
        </pc:sldLayoutChg>
        <pc:sldLayoutChg chg="add replId">
          <pc:chgData name="" userId="" providerId="" clId="Web-{6F197DA5-A9B7-4BF0-9BAA-29E89BEC5FA5}" dt="2025-09-10T09:05:56.805" v="0" actId="34807"/>
          <pc:sldLayoutMkLst>
            <pc:docMk/>
            <pc:sldMasterMk cId="1055946381" sldId="2147483648"/>
            <pc:sldLayoutMk cId="2926047096" sldId="2147483710"/>
          </pc:sldLayoutMkLst>
        </pc:sldLayoutChg>
        <pc:sldLayoutChg chg="add replId">
          <pc:chgData name="" userId="" providerId="" clId="Web-{6F197DA5-A9B7-4BF0-9BAA-29E89BEC5FA5}" dt="2025-09-10T09:05:56.805" v="0" actId="34807"/>
          <pc:sldLayoutMkLst>
            <pc:docMk/>
            <pc:sldMasterMk cId="1055946381" sldId="2147483648"/>
            <pc:sldLayoutMk cId="3797342323" sldId="2147483711"/>
          </pc:sldLayoutMkLst>
        </pc:sldLayoutChg>
        <pc:sldLayoutChg chg="add replId">
          <pc:chgData name="" userId="" providerId="" clId="Web-{6F197DA5-A9B7-4BF0-9BAA-29E89BEC5FA5}" dt="2025-09-10T09:05:56.805" v="0" actId="34807"/>
          <pc:sldLayoutMkLst>
            <pc:docMk/>
            <pc:sldMasterMk cId="1055946381" sldId="2147483648"/>
            <pc:sldLayoutMk cId="264923117" sldId="2147483712"/>
          </pc:sldLayoutMkLst>
        </pc:sldLayoutChg>
        <pc:sldLayoutChg chg="add replId">
          <pc:chgData name="" userId="" providerId="" clId="Web-{6F197DA5-A9B7-4BF0-9BAA-29E89BEC5FA5}" dt="2025-09-10T09:05:56.805" v="0" actId="34807"/>
          <pc:sldLayoutMkLst>
            <pc:docMk/>
            <pc:sldMasterMk cId="1055946381" sldId="2147483648"/>
            <pc:sldLayoutMk cId="3709917081" sldId="2147483713"/>
          </pc:sldLayoutMkLst>
        </pc:sldLayoutChg>
        <pc:sldLayoutChg chg="add replId">
          <pc:chgData name="" userId="" providerId="" clId="Web-{6F197DA5-A9B7-4BF0-9BAA-29E89BEC5FA5}" dt="2025-09-10T09:05:56.805" v="0" actId="34807"/>
          <pc:sldLayoutMkLst>
            <pc:docMk/>
            <pc:sldMasterMk cId="1055946381" sldId="2147483648"/>
            <pc:sldLayoutMk cId="2751849800" sldId="2147483714"/>
          </pc:sldLayoutMkLst>
        </pc:sldLayoutChg>
        <pc:sldLayoutChg chg="add replId">
          <pc:chgData name="" userId="" providerId="" clId="Web-{6F197DA5-A9B7-4BF0-9BAA-29E89BEC5FA5}" dt="2025-09-10T09:05:56.805" v="0" actId="34807"/>
          <pc:sldLayoutMkLst>
            <pc:docMk/>
            <pc:sldMasterMk cId="1055946381" sldId="2147483648"/>
            <pc:sldLayoutMk cId="1084260045" sldId="2147483715"/>
          </pc:sldLayoutMkLst>
        </pc:sldLayoutChg>
        <pc:sldLayoutChg chg="add replId">
          <pc:chgData name="" userId="" providerId="" clId="Web-{6F197DA5-A9B7-4BF0-9BAA-29E89BEC5FA5}" dt="2025-09-10T09:05:56.805" v="0" actId="34807"/>
          <pc:sldLayoutMkLst>
            <pc:docMk/>
            <pc:sldMasterMk cId="1055946381" sldId="2147483648"/>
            <pc:sldLayoutMk cId="258158972" sldId="2147483716"/>
          </pc:sldLayoutMkLst>
        </pc:sldLayoutChg>
        <pc:sldLayoutChg chg="add replId">
          <pc:chgData name="" userId="" providerId="" clId="Web-{6F197DA5-A9B7-4BF0-9BAA-29E89BEC5FA5}" dt="2025-09-10T09:05:56.805" v="0" actId="34807"/>
          <pc:sldLayoutMkLst>
            <pc:docMk/>
            <pc:sldMasterMk cId="1055946381" sldId="2147483648"/>
            <pc:sldLayoutMk cId="2191941363" sldId="2147483717"/>
          </pc:sldLayoutMkLst>
        </pc:sldLayoutChg>
        <pc:sldLayoutChg chg="add replId">
          <pc:chgData name="" userId="" providerId="" clId="Web-{6F197DA5-A9B7-4BF0-9BAA-29E89BEC5FA5}" dt="2025-09-10T09:05:56.805" v="0" actId="34807"/>
          <pc:sldLayoutMkLst>
            <pc:docMk/>
            <pc:sldMasterMk cId="1055946381" sldId="2147483648"/>
            <pc:sldLayoutMk cId="1392005280" sldId="2147483718"/>
          </pc:sldLayoutMkLst>
        </pc:sldLayoutChg>
        <pc:sldLayoutChg chg="add replId">
          <pc:chgData name="" userId="" providerId="" clId="Web-{6F197DA5-A9B7-4BF0-9BAA-29E89BEC5FA5}" dt="2025-09-10T09:05:56.805" v="0" actId="34807"/>
          <pc:sldLayoutMkLst>
            <pc:docMk/>
            <pc:sldMasterMk cId="1055946381" sldId="2147483648"/>
            <pc:sldLayoutMk cId="3307995374" sldId="2147483719"/>
          </pc:sldLayoutMkLst>
        </pc:sldLayoutChg>
        <pc:sldLayoutChg chg="add replId">
          <pc:chgData name="" userId="" providerId="" clId="Web-{6F197DA5-A9B7-4BF0-9BAA-29E89BEC5FA5}" dt="2025-09-10T09:05:56.805" v="0" actId="34807"/>
          <pc:sldLayoutMkLst>
            <pc:docMk/>
            <pc:sldMasterMk cId="1055946381" sldId="2147483648"/>
            <pc:sldLayoutMk cId="1222160190" sldId="2147483720"/>
          </pc:sldLayoutMkLst>
        </pc:sldLayoutChg>
        <pc:sldLayoutChg chg="add replId">
          <pc:chgData name="" userId="" providerId="" clId="Web-{6F197DA5-A9B7-4BF0-9BAA-29E89BEC5FA5}" dt="2025-09-10T09:05:56.805" v="0" actId="34807"/>
          <pc:sldLayoutMkLst>
            <pc:docMk/>
            <pc:sldMasterMk cId="1055946381" sldId="2147483648"/>
            <pc:sldLayoutMk cId="286243243" sldId="2147483721"/>
          </pc:sldLayoutMkLst>
        </pc:sldLayoutChg>
        <pc:sldLayoutChg chg="add replId">
          <pc:chgData name="" userId="" providerId="" clId="Web-{6F197DA5-A9B7-4BF0-9BAA-29E89BEC5FA5}" dt="2025-09-10T09:05:56.805" v="0" actId="34807"/>
          <pc:sldLayoutMkLst>
            <pc:docMk/>
            <pc:sldMasterMk cId="1055946381" sldId="2147483648"/>
            <pc:sldLayoutMk cId="3736231946" sldId="2147483722"/>
          </pc:sldLayoutMkLst>
        </pc:sldLayoutChg>
      </pc:sldMasterChg>
      <pc:sldMasterChg chg="del delSldLayout">
        <pc:chgData name="" userId="" providerId="" clId="Web-{6F197DA5-A9B7-4BF0-9BAA-29E89BEC5FA5}" dt="2025-09-10T09:05:56.805" v="0" actId="34807"/>
        <pc:sldMasterMkLst>
          <pc:docMk/>
          <pc:sldMasterMk cId="2460954070" sldId="2147483660"/>
        </pc:sldMasterMkLst>
        <pc:sldLayoutChg chg="del">
          <pc:chgData name="" userId="" providerId="" clId="Web-{6F197DA5-A9B7-4BF0-9BAA-29E89BEC5FA5}" dt="2025-09-10T09:05:56.805" v="0" actId="34807"/>
          <pc:sldLayoutMkLst>
            <pc:docMk/>
            <pc:sldMasterMk cId="2460954070" sldId="2147483660"/>
            <pc:sldLayoutMk cId="2385387890" sldId="2147483661"/>
          </pc:sldLayoutMkLst>
        </pc:sldLayoutChg>
        <pc:sldLayoutChg chg="del">
          <pc:chgData name="" userId="" providerId="" clId="Web-{6F197DA5-A9B7-4BF0-9BAA-29E89BEC5FA5}" dt="2025-09-10T09:05:56.805" v="0" actId="34807"/>
          <pc:sldLayoutMkLst>
            <pc:docMk/>
            <pc:sldMasterMk cId="2460954070" sldId="2147483660"/>
            <pc:sldLayoutMk cId="949138452" sldId="2147483662"/>
          </pc:sldLayoutMkLst>
        </pc:sldLayoutChg>
        <pc:sldLayoutChg chg="del">
          <pc:chgData name="" userId="" providerId="" clId="Web-{6F197DA5-A9B7-4BF0-9BAA-29E89BEC5FA5}" dt="2025-09-10T09:05:56.805" v="0" actId="34807"/>
          <pc:sldLayoutMkLst>
            <pc:docMk/>
            <pc:sldMasterMk cId="2460954070" sldId="2147483660"/>
            <pc:sldLayoutMk cId="2591524520" sldId="2147483663"/>
          </pc:sldLayoutMkLst>
        </pc:sldLayoutChg>
        <pc:sldLayoutChg chg="del">
          <pc:chgData name="" userId="" providerId="" clId="Web-{6F197DA5-A9B7-4BF0-9BAA-29E89BEC5FA5}" dt="2025-09-10T09:05:56.805" v="0" actId="34807"/>
          <pc:sldLayoutMkLst>
            <pc:docMk/>
            <pc:sldMasterMk cId="2460954070" sldId="2147483660"/>
            <pc:sldLayoutMk cId="1203092039" sldId="2147483664"/>
          </pc:sldLayoutMkLst>
        </pc:sldLayoutChg>
        <pc:sldLayoutChg chg="del">
          <pc:chgData name="" userId="" providerId="" clId="Web-{6F197DA5-A9B7-4BF0-9BAA-29E89BEC5FA5}" dt="2025-09-10T09:05:56.805" v="0" actId="34807"/>
          <pc:sldLayoutMkLst>
            <pc:docMk/>
            <pc:sldMasterMk cId="2460954070" sldId="2147483660"/>
            <pc:sldLayoutMk cId="3733172339" sldId="2147483665"/>
          </pc:sldLayoutMkLst>
        </pc:sldLayoutChg>
        <pc:sldLayoutChg chg="del">
          <pc:chgData name="" userId="" providerId="" clId="Web-{6F197DA5-A9B7-4BF0-9BAA-29E89BEC5FA5}" dt="2025-09-10T09:05:56.805" v="0" actId="34807"/>
          <pc:sldLayoutMkLst>
            <pc:docMk/>
            <pc:sldMasterMk cId="2460954070" sldId="2147483660"/>
            <pc:sldLayoutMk cId="3210312558" sldId="2147483666"/>
          </pc:sldLayoutMkLst>
        </pc:sldLayoutChg>
        <pc:sldLayoutChg chg="del">
          <pc:chgData name="" userId="" providerId="" clId="Web-{6F197DA5-A9B7-4BF0-9BAA-29E89BEC5FA5}" dt="2025-09-10T09:05:56.805" v="0" actId="34807"/>
          <pc:sldLayoutMkLst>
            <pc:docMk/>
            <pc:sldMasterMk cId="2460954070" sldId="2147483660"/>
            <pc:sldLayoutMk cId="3146388984" sldId="2147483667"/>
          </pc:sldLayoutMkLst>
        </pc:sldLayoutChg>
        <pc:sldLayoutChg chg="del">
          <pc:chgData name="" userId="" providerId="" clId="Web-{6F197DA5-A9B7-4BF0-9BAA-29E89BEC5FA5}" dt="2025-09-10T09:05:56.805" v="0" actId="34807"/>
          <pc:sldLayoutMkLst>
            <pc:docMk/>
            <pc:sldMasterMk cId="2460954070" sldId="2147483660"/>
            <pc:sldLayoutMk cId="3171841454" sldId="2147483668"/>
          </pc:sldLayoutMkLst>
        </pc:sldLayoutChg>
        <pc:sldLayoutChg chg="del">
          <pc:chgData name="" userId="" providerId="" clId="Web-{6F197DA5-A9B7-4BF0-9BAA-29E89BEC5FA5}" dt="2025-09-10T09:05:56.805" v="0" actId="34807"/>
          <pc:sldLayoutMkLst>
            <pc:docMk/>
            <pc:sldMasterMk cId="2460954070" sldId="2147483660"/>
            <pc:sldLayoutMk cId="1718958274" sldId="2147483669"/>
          </pc:sldLayoutMkLst>
        </pc:sldLayoutChg>
        <pc:sldLayoutChg chg="del">
          <pc:chgData name="" userId="" providerId="" clId="Web-{6F197DA5-A9B7-4BF0-9BAA-29E89BEC5FA5}" dt="2025-09-10T09:05:56.805" v="0" actId="34807"/>
          <pc:sldLayoutMkLst>
            <pc:docMk/>
            <pc:sldMasterMk cId="2460954070" sldId="2147483660"/>
            <pc:sldLayoutMk cId="2202905451" sldId="2147483670"/>
          </pc:sldLayoutMkLst>
        </pc:sldLayoutChg>
        <pc:sldLayoutChg chg="del">
          <pc:chgData name="" userId="" providerId="" clId="Web-{6F197DA5-A9B7-4BF0-9BAA-29E89BEC5FA5}" dt="2025-09-10T09:05:56.805" v="0" actId="34807"/>
          <pc:sldLayoutMkLst>
            <pc:docMk/>
            <pc:sldMasterMk cId="2460954070" sldId="2147483660"/>
            <pc:sldLayoutMk cId="3479445657"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AF34F-B57C-4304-AFE6-E7E17030A7BD}" type="datetimeFigureOut">
              <a:t>9/10/2025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8A819F-8494-44C1-9C6D-CFC7EBA5755C}" type="slidenum">
              <a:t>‹#›</a:t>
            </a:fld>
            <a:endParaRPr lang="en-US"/>
          </a:p>
        </p:txBody>
      </p:sp>
    </p:spTree>
    <p:extLst>
      <p:ext uri="{BB962C8B-B14F-4D97-AF65-F5344CB8AC3E}">
        <p14:creationId xmlns:p14="http://schemas.microsoft.com/office/powerpoint/2010/main" val="29621581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57792C9A-D4A0-4D9D-A6F4-49A001F1698D}" type="slidenum">
              <a:t>1</a:t>
            </a:fld>
            <a:endParaRPr lang="en-US"/>
          </a:p>
        </p:txBody>
      </p:sp>
    </p:spTree>
    <p:extLst>
      <p:ext uri="{BB962C8B-B14F-4D97-AF65-F5344CB8AC3E}">
        <p14:creationId xmlns:p14="http://schemas.microsoft.com/office/powerpoint/2010/main" val="21512739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Investment and Retirement Parameters</a:t>
            </a:r>
          </a:p>
        </p:txBody>
      </p:sp>
      <p:sp>
        <p:nvSpPr>
          <p:cNvPr id="4" name="Slide Number Placeholder 3"/>
          <p:cNvSpPr>
            <a:spLocks noGrp="1"/>
          </p:cNvSpPr>
          <p:nvPr>
            <p:ph type="sldNum" sz="quarter" idx="5"/>
          </p:nvPr>
        </p:nvSpPr>
        <p:spPr/>
        <p:txBody>
          <a:bodyPr/>
          <a:lstStyle/>
          <a:p>
            <a:fld id="{57792C9A-D4A0-4D9D-A6F4-49A001F1698D}" type="slidenum">
              <a:t>2</a:t>
            </a:fld>
            <a:endParaRPr lang="en-US"/>
          </a:p>
        </p:txBody>
      </p:sp>
    </p:spTree>
    <p:extLst>
      <p:ext uri="{BB962C8B-B14F-4D97-AF65-F5344CB8AC3E}">
        <p14:creationId xmlns:p14="http://schemas.microsoft.com/office/powerpoint/2010/main" val="34081933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This presentation compares two retirement income strategies for an individual currently aged 55 who plans to invest $700,000 and begin receiving payouts at age 60. The two options under consideration are: (1) a Fixed Indexed Annuity (FIA) with a 3% annual inflation protection rider, and (2) a traditional 401(k) account with an assumed annual growth rate of 6% and a withdrawal rate of 4% starting at age 60. The analysis spans the retirement period from age 60 to 90, evaluating cumulative income and remaining account balances to determine which strategy may offer better financial outcomes over time.</a:t>
            </a:r>
          </a:p>
        </p:txBody>
      </p:sp>
      <p:sp>
        <p:nvSpPr>
          <p:cNvPr id="4" name="Slide Number Placeholder 3"/>
          <p:cNvSpPr>
            <a:spLocks noGrp="1"/>
          </p:cNvSpPr>
          <p:nvPr>
            <p:ph type="sldNum" sz="quarter" idx="5"/>
          </p:nvPr>
        </p:nvSpPr>
        <p:spPr/>
        <p:txBody>
          <a:bodyPr/>
          <a:lstStyle/>
          <a:p>
            <a:fld id="{57792C9A-D4A0-4D9D-A6F4-49A001F1698D}" type="slidenum">
              <a:t>3</a:t>
            </a:fld>
            <a:endParaRPr lang="en-US"/>
          </a:p>
        </p:txBody>
      </p:sp>
    </p:spTree>
    <p:extLst>
      <p:ext uri="{BB962C8B-B14F-4D97-AF65-F5344CB8AC3E}">
        <p14:creationId xmlns:p14="http://schemas.microsoft.com/office/powerpoint/2010/main" val="2844074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Income Growth and Total Payouts</a:t>
            </a:r>
          </a:p>
        </p:txBody>
      </p:sp>
      <p:sp>
        <p:nvSpPr>
          <p:cNvPr id="4" name="Slide Number Placeholder 3"/>
          <p:cNvSpPr>
            <a:spLocks noGrp="1"/>
          </p:cNvSpPr>
          <p:nvPr>
            <p:ph type="sldNum" sz="quarter" idx="5"/>
          </p:nvPr>
        </p:nvSpPr>
        <p:spPr/>
        <p:txBody>
          <a:bodyPr/>
          <a:lstStyle/>
          <a:p>
            <a:fld id="{57792C9A-D4A0-4D9D-A6F4-49A001F1698D}" type="slidenum">
              <a:t>4</a:t>
            </a:fld>
            <a:endParaRPr lang="en-US"/>
          </a:p>
        </p:txBody>
      </p:sp>
    </p:spTree>
    <p:extLst>
      <p:ext uri="{BB962C8B-B14F-4D97-AF65-F5344CB8AC3E}">
        <p14:creationId xmlns:p14="http://schemas.microsoft.com/office/powerpoint/2010/main" val="9009211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cumulative income comparison between the FIA and the 401(k) reveals distinct patterns. The FIA begins with a lower monthly payout of approximately $3,800 at age 60, but this amount increases annually by 3% due to the inflation protection rider. Over time, this compounding effect results in significantly higher annual income, especially in the later years of retirement. In contrast, the 401(k) strategy starts with higher annual withdrawals based on a 4% rate of the account balance, but these withdrawals remain relatively flat. While the 401(k) provides more income initially, the FIA surpasses it in cumulative income by the later stages of retirement, demonstrating the long-term benefits of inflation-adjusted payouts.</a:t>
            </a:r>
          </a:p>
        </p:txBody>
      </p:sp>
      <p:sp>
        <p:nvSpPr>
          <p:cNvPr id="4" name="Slide Number Placeholder 3"/>
          <p:cNvSpPr>
            <a:spLocks noGrp="1"/>
          </p:cNvSpPr>
          <p:nvPr>
            <p:ph type="sldNum" sz="quarter" idx="5"/>
          </p:nvPr>
        </p:nvSpPr>
        <p:spPr/>
        <p:txBody>
          <a:bodyPr/>
          <a:lstStyle/>
          <a:p>
            <a:fld id="{57792C9A-D4A0-4D9D-A6F4-49A001F1698D}" type="slidenum">
              <a:t>5</a:t>
            </a:fld>
            <a:endParaRPr lang="en-US"/>
          </a:p>
        </p:txBody>
      </p:sp>
    </p:spTree>
    <p:extLst>
      <p:ext uri="{BB962C8B-B14F-4D97-AF65-F5344CB8AC3E}">
        <p14:creationId xmlns:p14="http://schemas.microsoft.com/office/powerpoint/2010/main" val="3377875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Account Longevity and Legacy Potential</a:t>
            </a:r>
          </a:p>
        </p:txBody>
      </p:sp>
      <p:sp>
        <p:nvSpPr>
          <p:cNvPr id="4" name="Slide Number Placeholder 3"/>
          <p:cNvSpPr>
            <a:spLocks noGrp="1"/>
          </p:cNvSpPr>
          <p:nvPr>
            <p:ph type="sldNum" sz="quarter" idx="5"/>
          </p:nvPr>
        </p:nvSpPr>
        <p:spPr/>
        <p:txBody>
          <a:bodyPr/>
          <a:lstStyle/>
          <a:p>
            <a:fld id="{57792C9A-D4A0-4D9D-A6F4-49A001F1698D}" type="slidenum">
              <a:t>6</a:t>
            </a:fld>
            <a:endParaRPr lang="en-US"/>
          </a:p>
        </p:txBody>
      </p:sp>
    </p:spTree>
    <p:extLst>
      <p:ext uri="{BB962C8B-B14F-4D97-AF65-F5344CB8AC3E}">
        <p14:creationId xmlns:p14="http://schemas.microsoft.com/office/powerpoint/2010/main" val="9594131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An important aspect of the 401(k) strategy is the preservation of account balance over time. Despite annual withdrawals, the account continues to grow due to the assumed 6% annual return, resulting in a substantial remaining balance even at age 90. This retained balance offers flexibility for unexpected expenses such as healthcare or emergencies and can be passed on to heirs as part of an estate plan. In contrast, the FIA typically does not retain a balance, as it is designed to provide guaranteed lifetime income without a residual value. This difference highlights the 401(k)'s advantage in terms of liquidity and legacy planning.</a:t>
            </a:r>
          </a:p>
        </p:txBody>
      </p:sp>
      <p:sp>
        <p:nvSpPr>
          <p:cNvPr id="4" name="Slide Number Placeholder 3"/>
          <p:cNvSpPr>
            <a:spLocks noGrp="1"/>
          </p:cNvSpPr>
          <p:nvPr>
            <p:ph type="sldNum" sz="quarter" idx="5"/>
          </p:nvPr>
        </p:nvSpPr>
        <p:spPr/>
        <p:txBody>
          <a:bodyPr/>
          <a:lstStyle/>
          <a:p>
            <a:fld id="{57792C9A-D4A0-4D9D-A6F4-49A001F1698D}" type="slidenum">
              <a:t>7</a:t>
            </a:fld>
            <a:endParaRPr lang="en-US"/>
          </a:p>
        </p:txBody>
      </p:sp>
    </p:spTree>
    <p:extLst>
      <p:ext uri="{BB962C8B-B14F-4D97-AF65-F5344CB8AC3E}">
        <p14:creationId xmlns:p14="http://schemas.microsoft.com/office/powerpoint/2010/main" val="2342331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Summary of Benefits and Considerations</a:t>
            </a:r>
          </a:p>
        </p:txBody>
      </p:sp>
      <p:sp>
        <p:nvSpPr>
          <p:cNvPr id="4" name="Slide Number Placeholder 3"/>
          <p:cNvSpPr>
            <a:spLocks noGrp="1"/>
          </p:cNvSpPr>
          <p:nvPr>
            <p:ph type="sldNum" sz="quarter" idx="5"/>
          </p:nvPr>
        </p:nvSpPr>
        <p:spPr/>
        <p:txBody>
          <a:bodyPr/>
          <a:lstStyle/>
          <a:p>
            <a:fld id="{57792C9A-D4A0-4D9D-A6F4-49A001F1698D}" type="slidenum">
              <a:t>8</a:t>
            </a:fld>
            <a:endParaRPr lang="en-US"/>
          </a:p>
        </p:txBody>
      </p:sp>
    </p:spTree>
    <p:extLst>
      <p:ext uri="{BB962C8B-B14F-4D97-AF65-F5344CB8AC3E}">
        <p14:creationId xmlns:p14="http://schemas.microsoft.com/office/powerpoint/2010/main" val="22060695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comparison between a Fixed Indexed Annuity with inflation protection and a traditional 401(k) reveals several key insights. The FIA offers predictable, inflation-adjusted lifetime income, which can be particularly beneficial in later retirement years. However, it typically does not retain a balance, limiting flexibility and legacy potential. The 401(k), on the other hand, provides higher initial income and maintains a significant account balance, offering more control and the ability to leave assets to heirs. Tax treatment also differs: FIA income is partially taxable if funded with post-tax dollars, while 401(k) withdrawals are fully taxable if funded with pre-tax contributions. Ultimately, the choice depends on individual goals—whether one prioritizes guaranteed income or account control and legacy planning.</a:t>
            </a:r>
          </a:p>
        </p:txBody>
      </p:sp>
      <p:sp>
        <p:nvSpPr>
          <p:cNvPr id="4" name="Slide Number Placeholder 3"/>
          <p:cNvSpPr>
            <a:spLocks noGrp="1"/>
          </p:cNvSpPr>
          <p:nvPr>
            <p:ph type="sldNum" sz="quarter" idx="5"/>
          </p:nvPr>
        </p:nvSpPr>
        <p:spPr/>
        <p:txBody>
          <a:bodyPr/>
          <a:lstStyle/>
          <a:p>
            <a:fld id="{57792C9A-D4A0-4D9D-A6F4-49A001F1698D}" type="slidenum">
              <a:t>9</a:t>
            </a:fld>
            <a:endParaRPr lang="en-US"/>
          </a:p>
        </p:txBody>
      </p:sp>
    </p:spTree>
    <p:extLst>
      <p:ext uri="{BB962C8B-B14F-4D97-AF65-F5344CB8AC3E}">
        <p14:creationId xmlns:p14="http://schemas.microsoft.com/office/powerpoint/2010/main" val="17233522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9/10/2025</a:t>
            </a:fld>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11" name="Straight Connector 10">
            <a:extLst>
              <a:ext uri="{FF2B5EF4-FFF2-40B4-BE49-F238E27FC236}">
                <a16:creationId xmlns:a16="http://schemas.microsoft.com/office/drawing/2014/main" id="{738AEC68-8734-EA5D-0CB2-9591B3A21AE7}"/>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DFFF1FC-CDE9-3B47-D073-3394D4D035A9}"/>
              </a:ext>
              <a:ext uri="{C183D7F6-B498-43B3-948B-1728B52AA6E4}">
                <adec:decorative xmlns:adec="http://schemas.microsoft.com/office/drawing/2017/decorative" val="1"/>
              </a:ext>
            </a:extLst>
          </p:cNvPr>
          <p:cNvCxnSpPr>
            <a:cxnSpLocks/>
          </p:cNvCxnSpPr>
          <p:nvPr userDrawn="1"/>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4389120"/>
            <a:ext cx="9288096" cy="1435331"/>
          </a:xfrm>
        </p:spPr>
        <p:txBody>
          <a:bodyPr anchor="b" anchorCtr="0">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78030"/>
            <a:ext cx="9288096" cy="2956718"/>
          </a:xfrm>
        </p:spPr>
        <p:txBody>
          <a:bodyPr anchor="t">
            <a:noAutofit/>
          </a:bodyPr>
          <a:lstStyle>
            <a:lvl1pPr algn="l">
              <a:defRPr sz="6600" cap="all" baseline="0"/>
            </a:lvl1pPr>
          </a:lstStyle>
          <a:p>
            <a:r>
              <a:rPr lang="en-US" dirty="0"/>
              <a:t>Click to edit Master title style</a:t>
            </a:r>
          </a:p>
        </p:txBody>
      </p:sp>
    </p:spTree>
    <p:extLst>
      <p:ext uri="{BB962C8B-B14F-4D97-AF65-F5344CB8AC3E}">
        <p14:creationId xmlns:p14="http://schemas.microsoft.com/office/powerpoint/2010/main" val="2875962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9/10/2025</a:t>
            </a:fld>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56DF8F99-9559-4D6A-CBFA-042739C38157}"/>
              </a:ext>
              <a:ext uri="{C183D7F6-B498-43B3-948B-1728B52AA6E4}">
                <adec:decorative xmlns:adec="http://schemas.microsoft.com/office/drawing/2017/decorative" val="1"/>
              </a:ext>
            </a:extLst>
          </p:cNvPr>
          <p:cNvCxnSpPr>
            <a:cxnSpLocks/>
          </p:cNvCxnSpPr>
          <p:nvPr/>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179576" y="5340096"/>
            <a:ext cx="9930384" cy="566928"/>
          </a:xfrm>
        </p:spPr>
        <p:txBody>
          <a:bodyPr anchor="b" anchorCtr="0">
            <a:normAutofit/>
          </a:bodyPr>
          <a:lstStyle>
            <a:lvl1pPr marL="0" indent="0" algn="r">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82296" y="64008"/>
            <a:ext cx="12015216" cy="5120640"/>
          </a:xfrm>
        </p:spPr>
        <p:txBody>
          <a:bodyPr anchor="t">
            <a:noAutofit/>
          </a:bodyPr>
          <a:lstStyle>
            <a:lvl1pPr algn="l">
              <a:defRPr sz="11000" cap="all" baseline="0"/>
            </a:lvl1pPr>
          </a:lstStyle>
          <a:p>
            <a:r>
              <a:rPr lang="en-US" dirty="0"/>
              <a:t>Click to edit Master title style</a:t>
            </a:r>
          </a:p>
        </p:txBody>
      </p:sp>
    </p:spTree>
    <p:extLst>
      <p:ext uri="{BB962C8B-B14F-4D97-AF65-F5344CB8AC3E}">
        <p14:creationId xmlns:p14="http://schemas.microsoft.com/office/powerpoint/2010/main" val="2253546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smtClean="0"/>
              <a:t>9/10/2025</a:t>
            </a:fld>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smtClean="0"/>
              <a:t>‹#›</a:t>
            </a:fld>
            <a:endParaRPr lang="en-US" dirty="0"/>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179576" y="5340096"/>
            <a:ext cx="9930384" cy="566928"/>
          </a:xfrm>
        </p:spPr>
        <p:txBody>
          <a:bodyPr anchor="b" anchorCtr="0">
            <a:normAutofit/>
          </a:bodyPr>
          <a:lstStyle>
            <a:lvl1pPr marL="0" indent="0" algn="r">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1088136" y="1088136"/>
            <a:ext cx="10058400" cy="4023360"/>
          </a:xfrm>
        </p:spPr>
        <p:txBody>
          <a:bodyPr anchor="t">
            <a:noAutofit/>
          </a:bodyPr>
          <a:lstStyle>
            <a:lvl1pPr algn="l">
              <a:defRPr sz="8000" cap="all" baseline="0"/>
            </a:lvl1pPr>
          </a:lstStyle>
          <a:p>
            <a:r>
              <a:rPr lang="en-US" dirty="0"/>
              <a:t>Click to edit Master title style</a:t>
            </a:r>
          </a:p>
        </p:txBody>
      </p:sp>
    </p:spTree>
    <p:extLst>
      <p:ext uri="{BB962C8B-B14F-4D97-AF65-F5344CB8AC3E}">
        <p14:creationId xmlns:p14="http://schemas.microsoft.com/office/powerpoint/2010/main" val="1598619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4">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lvl1pPr>
              <a:defRPr>
                <a:solidFill>
                  <a:schemeClr val="tx1"/>
                </a:solidFill>
              </a:defRPr>
            </a:lvl1pPr>
          </a:lstStyle>
          <a:p>
            <a:fld id="{2ABAD28B-DD56-4B56-883A-96608C765E28}" type="datetimeFigureOut">
              <a:rPr lang="en-US" smtClean="0"/>
              <a:pPr/>
              <a:t>9/10/2025</a:t>
            </a:fld>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lvl1pPr>
              <a:defRPr>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lvl1pPr>
              <a:defRPr>
                <a:solidFill>
                  <a:schemeClr val="tx1"/>
                </a:solidFill>
              </a:defRPr>
            </a:lvl1pPr>
          </a:lstStyle>
          <a:p>
            <a:fld id="{7DF5BAF5-ABAB-4575-8E56-D109A3D17F9F}" type="slidenum">
              <a:rPr lang="en-US" smtClean="0"/>
              <a:pPr/>
              <a:t>‹#›</a:t>
            </a:fld>
            <a:endParaRPr lang="en-US" dirty="0"/>
          </a:p>
        </p:txBody>
      </p:sp>
      <p:cxnSp>
        <p:nvCxnSpPr>
          <p:cNvPr id="7" name="Straight Connector 6">
            <a:extLst>
              <a:ext uri="{FF2B5EF4-FFF2-40B4-BE49-F238E27FC236}">
                <a16:creationId xmlns:a16="http://schemas.microsoft.com/office/drawing/2014/main" id="{56DF8F99-9559-4D6A-CBFA-042739C38157}"/>
              </a:ext>
              <a:ext uri="{C183D7F6-B498-43B3-948B-1728B52AA6E4}">
                <adec:decorative xmlns:adec="http://schemas.microsoft.com/office/drawing/2017/decorative" val="1"/>
              </a:ext>
            </a:extLst>
          </p:cNvPr>
          <p:cNvCxnSpPr>
            <a:cxnSpLocks/>
          </p:cNvCxnSpPr>
          <p:nvPr/>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64158DF-756B-260C-69DA-D76C163B7274}"/>
              </a:ext>
              <a:ext uri="{C183D7F6-B498-43B3-948B-1728B52AA6E4}">
                <adec:decorative xmlns:adec="http://schemas.microsoft.com/office/drawing/2017/decorative" val="1"/>
              </a:ext>
            </a:extLst>
          </p:cNvPr>
          <p:cNvCxnSpPr>
            <a:cxnSpLocks/>
          </p:cNvCxnSpPr>
          <p:nvPr userDrawn="1"/>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179576" y="5340096"/>
            <a:ext cx="9930384" cy="566928"/>
          </a:xfrm>
        </p:spPr>
        <p:txBody>
          <a:bodyPr anchor="b" anchorCtr="0">
            <a:normAutofit/>
          </a:bodyPr>
          <a:lstStyle>
            <a:lvl1pPr marL="0" indent="0" algn="r">
              <a:lnSpc>
                <a:spcPct val="120000"/>
              </a:lnSpc>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77F83D70-91AA-429A-BD57-1CB6792B30EE}"/>
              </a:ext>
            </a:extLst>
          </p:cNvPr>
          <p:cNvSpPr>
            <a:spLocks noGrp="1"/>
          </p:cNvSpPr>
          <p:nvPr>
            <p:ph type="ctrTitle"/>
          </p:nvPr>
        </p:nvSpPr>
        <p:spPr>
          <a:xfrm>
            <a:off x="82296" y="64008"/>
            <a:ext cx="12015216" cy="5120640"/>
          </a:xfrm>
        </p:spPr>
        <p:txBody>
          <a:bodyPr anchor="t">
            <a:noAutofit/>
          </a:bodyPr>
          <a:lstStyle>
            <a:lvl1pPr algn="l">
              <a:defRPr sz="11500" cap="all" baseline="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1821101200"/>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2ABAD28B-DD56-4B56-883A-96608C765E28}" type="datetimeFigureOut">
              <a:rPr lang="en-US" smtClean="0"/>
              <a:t>9/10/2025</a:t>
            </a:fld>
            <a:endParaRPr lang="en-US" dirty="0"/>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DF5BAF5-ABAB-4575-8E56-D109A3D17F9F}" type="slidenum">
              <a:rPr lang="en-US" smtClean="0"/>
              <a:t>‹#›</a:t>
            </a:fld>
            <a:endParaRPr lang="en-US" dirty="0"/>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3702184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p>
            <a:fld id="{2ABAD28B-DD56-4B56-883A-96608C765E28}" type="datetimeFigureOut">
              <a:rPr lang="en-US" smtClean="0"/>
              <a:t>9/10/2025</a:t>
            </a:fld>
            <a:endParaRPr lang="en-US" dirty="0"/>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p>
            <a:fld id="{7DF5BAF5-ABAB-4575-8E56-D109A3D17F9F}" type="slidenum">
              <a:rPr lang="en-US" smtClean="0"/>
              <a:t>‹#›</a:t>
            </a:fld>
            <a:endParaRPr lang="en-US" dirty="0"/>
          </a:p>
        </p:txBody>
      </p:sp>
      <p:sp>
        <p:nvSpPr>
          <p:cNvPr id="3" name="Text Placeholder 2">
            <a:extLst>
              <a:ext uri="{FF2B5EF4-FFF2-40B4-BE49-F238E27FC236}">
                <a16:creationId xmlns:a16="http://schemas.microsoft.com/office/drawing/2014/main" id="{5960C51B-B525-4032-9D08-2978D7367BFF}"/>
              </a:ext>
            </a:extLst>
          </p:cNvPr>
          <p:cNvSpPr>
            <a:spLocks noGrp="1"/>
          </p:cNvSpPr>
          <p:nvPr>
            <p:ph type="body" idx="1"/>
          </p:nvPr>
        </p:nvSpPr>
        <p:spPr>
          <a:xfrm>
            <a:off x="1090939" y="4572000"/>
            <a:ext cx="9272262" cy="1320801"/>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2" name="Title 1">
            <a:extLst>
              <a:ext uri="{FF2B5EF4-FFF2-40B4-BE49-F238E27FC236}">
                <a16:creationId xmlns:a16="http://schemas.microsoft.com/office/drawing/2014/main" id="{5748007D-9B1D-4E2C-B38F-29C6820996DF}"/>
              </a:ext>
            </a:extLst>
          </p:cNvPr>
          <p:cNvSpPr>
            <a:spLocks noGrp="1"/>
          </p:cNvSpPr>
          <p:nvPr>
            <p:ph type="title"/>
          </p:nvPr>
        </p:nvSpPr>
        <p:spPr>
          <a:xfrm>
            <a:off x="1090940" y="1099127"/>
            <a:ext cx="9272260" cy="3472874"/>
          </a:xfrm>
        </p:spPr>
        <p:txBody>
          <a:bodyPr anchor="t">
            <a:normAutofit/>
          </a:bodyPr>
          <a:lstStyle>
            <a:lvl1pPr>
              <a:defRPr sz="4000" cap="all" baseline="0"/>
            </a:lvl1pPr>
          </a:lstStyle>
          <a:p>
            <a:r>
              <a:rPr lang="en-US" dirty="0"/>
              <a:t>Click to edit Master title style</a:t>
            </a:r>
          </a:p>
        </p:txBody>
      </p:sp>
    </p:spTree>
    <p:extLst>
      <p:ext uri="{BB962C8B-B14F-4D97-AF65-F5344CB8AC3E}">
        <p14:creationId xmlns:p14="http://schemas.microsoft.com/office/powerpoint/2010/main" val="3581640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2ABAD28B-DD56-4B56-883A-96608C765E28}" type="datetimeFigureOut">
              <a:rPr lang="en-US" smtClean="0"/>
              <a:t>9/10/2025</a:t>
            </a:fld>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DF5BAF5-ABAB-4575-8E56-D109A3D17F9F}" type="slidenum">
              <a:rPr lang="en-US" smtClean="0"/>
              <a:t>‹#›</a:t>
            </a:fld>
            <a:endParaRPr lang="en-US" dirty="0"/>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088136"/>
            <a:ext cx="9890066" cy="1294228"/>
          </a:xfrm>
        </p:spPr>
        <p:txBody>
          <a:bodyPr/>
          <a:lstStyle/>
          <a:p>
            <a:r>
              <a:rPr lang="en-US" dirty="0"/>
              <a:t>Click to edit Master title style</a:t>
            </a:r>
          </a:p>
        </p:txBody>
      </p:sp>
    </p:spTree>
    <p:extLst>
      <p:ext uri="{BB962C8B-B14F-4D97-AF65-F5344CB8AC3E}">
        <p14:creationId xmlns:p14="http://schemas.microsoft.com/office/powerpoint/2010/main" val="42637495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2ABAD28B-DD56-4B56-883A-96608C765E28}" type="datetimeFigureOut">
              <a:rPr lang="en-US" smtClean="0"/>
              <a:t>9/10/2025</a:t>
            </a:fld>
            <a:endParaRPr lang="en-US" dirty="0"/>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DF5BAF5-ABAB-4575-8E56-D109A3D17F9F}" type="slidenum">
              <a:rPr lang="en-US" smtClean="0"/>
              <a:t>‹#›</a:t>
            </a:fld>
            <a:endParaRPr lang="en-US" dirty="0"/>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20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084333"/>
            <a:ext cx="9949455" cy="838856"/>
          </a:xfrm>
        </p:spPr>
        <p:txBody>
          <a:bodyPr/>
          <a:lstStyle/>
          <a:p>
            <a:r>
              <a:rPr lang="en-US" dirty="0"/>
              <a:t>Click to edit Master title style</a:t>
            </a:r>
          </a:p>
        </p:txBody>
      </p:sp>
    </p:spTree>
    <p:extLst>
      <p:ext uri="{BB962C8B-B14F-4D97-AF65-F5344CB8AC3E}">
        <p14:creationId xmlns:p14="http://schemas.microsoft.com/office/powerpoint/2010/main" val="31594509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2ABAD28B-DD56-4B56-883A-96608C765E28}" type="datetimeFigureOut">
              <a:rPr lang="en-US" smtClean="0"/>
              <a:t>9/10/2025</a:t>
            </a:fld>
            <a:endParaRPr lang="en-US" dirty="0"/>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DF5BAF5-ABAB-4575-8E56-D109A3D17F9F}" type="slidenum">
              <a:rPr lang="en-US" smtClean="0"/>
              <a:t>‹#›</a:t>
            </a:fld>
            <a:endParaRPr lang="en-US" dirty="0"/>
          </a:p>
        </p:txBody>
      </p:sp>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p:txBody>
          <a:bodyPr/>
          <a:lstStyle>
            <a:lvl1pPr>
              <a:defRPr cap="all" baseline="0"/>
            </a:lvl1pPr>
          </a:lstStyle>
          <a:p>
            <a:r>
              <a:rPr lang="en-US" dirty="0"/>
              <a:t>Click to edit Master title style</a:t>
            </a:r>
          </a:p>
        </p:txBody>
      </p:sp>
    </p:spTree>
    <p:extLst>
      <p:ext uri="{BB962C8B-B14F-4D97-AF65-F5344CB8AC3E}">
        <p14:creationId xmlns:p14="http://schemas.microsoft.com/office/powerpoint/2010/main" val="405762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448B02B-A32A-4383-BBC7-0C383390A96F}"/>
              </a:ext>
            </a:extLst>
          </p:cNvPr>
          <p:cNvSpPr>
            <a:spLocks noGrp="1"/>
          </p:cNvSpPr>
          <p:nvPr>
            <p:ph type="dt" sz="half" idx="10"/>
          </p:nvPr>
        </p:nvSpPr>
        <p:spPr/>
        <p:txBody>
          <a:bodyPr/>
          <a:lstStyle/>
          <a:p>
            <a:fld id="{2ABAD28B-DD56-4B56-883A-96608C765E28}" type="datetimeFigureOut">
              <a:rPr lang="en-US" smtClean="0"/>
              <a:t>9/10/2025</a:t>
            </a:fld>
            <a:endParaRPr lang="en-US" dirty="0"/>
          </a:p>
        </p:txBody>
      </p:sp>
      <p:sp>
        <p:nvSpPr>
          <p:cNvPr id="3" name="Footer Placeholder 2">
            <a:extLst>
              <a:ext uri="{FF2B5EF4-FFF2-40B4-BE49-F238E27FC236}">
                <a16:creationId xmlns:a16="http://schemas.microsoft.com/office/drawing/2014/main" id="{FCFF7E77-47E0-4F9E-9148-8D0C59C0CFC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98005A2-ECF0-4759-A17B-FDECE80683F4}"/>
              </a:ext>
            </a:extLst>
          </p:cNvPr>
          <p:cNvSpPr>
            <a:spLocks noGrp="1"/>
          </p:cNvSpPr>
          <p:nvPr>
            <p:ph type="sldNum" sz="quarter" idx="12"/>
          </p:nvPr>
        </p:nvSpPr>
        <p:spPr/>
        <p:txBody>
          <a:bodyPr/>
          <a:lstStyle/>
          <a:p>
            <a:fld id="{7DF5BAF5-ABAB-4575-8E56-D109A3D17F9F}" type="slidenum">
              <a:rPr lang="en-US" smtClean="0"/>
              <a:t>‹#›</a:t>
            </a:fld>
            <a:endParaRPr lang="en-US" dirty="0"/>
          </a:p>
        </p:txBody>
      </p:sp>
    </p:spTree>
    <p:extLst>
      <p:ext uri="{BB962C8B-B14F-4D97-AF65-F5344CB8AC3E}">
        <p14:creationId xmlns:p14="http://schemas.microsoft.com/office/powerpoint/2010/main" val="16551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027B902-09B5-4324-8310-59625360F035}" type="datetime1">
              <a:rPr lang="en-US" smtClean="0"/>
              <a:t>9/10/2025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8136" y="4754880"/>
            <a:ext cx="6655522" cy="1545336"/>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1088136"/>
            <a:ext cx="7478991" cy="3635797"/>
          </a:xfrm>
        </p:spPr>
        <p:txBody>
          <a:bodyPr anchor="t">
            <a:normAutofit/>
          </a:bodyPr>
          <a:lstStyle>
            <a:lvl1pPr algn="l">
              <a:defRPr sz="6600" cap="all" baseline="0"/>
            </a:lvl1pPr>
          </a:lstStyle>
          <a:p>
            <a:r>
              <a:rPr lang="en-US" dirty="0"/>
              <a:t>Click to edit Master title style</a:t>
            </a:r>
          </a:p>
        </p:txBody>
      </p:sp>
    </p:spTree>
    <p:extLst>
      <p:ext uri="{BB962C8B-B14F-4D97-AF65-F5344CB8AC3E}">
        <p14:creationId xmlns:p14="http://schemas.microsoft.com/office/powerpoint/2010/main" val="254566549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2">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84FAA61B-AD43-37CB-7EE0-96C95C0CAE11}"/>
              </a:ext>
              <a:ext uri="{C183D7F6-B498-43B3-948B-1728B52AA6E4}">
                <adec:decorative xmlns:adec="http://schemas.microsoft.com/office/drawing/2017/decorative" val="1"/>
              </a:ext>
            </a:extLst>
          </p:cNvPr>
          <p:cNvCxnSpPr>
            <a:cxnSpLocks/>
          </p:cNvCxnSpPr>
          <p:nvPr/>
        </p:nvCxnSpPr>
        <p:spPr>
          <a:xfrm>
            <a:off x="-6626" y="496546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Date Placeholder 7">
            <a:extLst>
              <a:ext uri="{FF2B5EF4-FFF2-40B4-BE49-F238E27FC236}">
                <a16:creationId xmlns:a16="http://schemas.microsoft.com/office/drawing/2014/main" id="{12DA3032-68CE-D997-667C-4C5C01E418A6}"/>
              </a:ext>
            </a:extLst>
          </p:cNvPr>
          <p:cNvSpPr>
            <a:spLocks noGrp="1"/>
          </p:cNvSpPr>
          <p:nvPr>
            <p:ph type="dt" sz="half" idx="10"/>
          </p:nvPr>
        </p:nvSpPr>
        <p:spPr/>
        <p:txBody>
          <a:bodyPr/>
          <a:lstStyle/>
          <a:p>
            <a:fld id="{2ABAD28B-DD56-4B56-883A-96608C765E28}" type="datetimeFigureOut">
              <a:rPr lang="en-US" smtClean="0"/>
              <a:t>9/10/2025</a:t>
            </a:fld>
            <a:endParaRPr lang="en-US" dirty="0"/>
          </a:p>
        </p:txBody>
      </p:sp>
      <p:sp>
        <p:nvSpPr>
          <p:cNvPr id="9" name="Footer Placeholder 8">
            <a:extLst>
              <a:ext uri="{FF2B5EF4-FFF2-40B4-BE49-F238E27FC236}">
                <a16:creationId xmlns:a16="http://schemas.microsoft.com/office/drawing/2014/main" id="{6099C91B-9803-3812-63A6-5705DB9FE95D}"/>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FC835D02-A0E8-5346-DE23-09C497D78BD1}"/>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4" name="Straight Connector 3">
            <a:extLst>
              <a:ext uri="{FF2B5EF4-FFF2-40B4-BE49-F238E27FC236}">
                <a16:creationId xmlns:a16="http://schemas.microsoft.com/office/drawing/2014/main" id="{C99E3101-0B78-A7AE-A693-73443263EEC8}"/>
              </a:ext>
              <a:ext uri="{C183D7F6-B498-43B3-948B-1728B52AA6E4}">
                <adec:decorative xmlns:adec="http://schemas.microsoft.com/office/drawing/2017/decorative" val="1"/>
              </a:ext>
            </a:extLst>
          </p:cNvPr>
          <p:cNvCxnSpPr>
            <a:cxnSpLocks/>
          </p:cNvCxnSpPr>
          <p:nvPr userDrawn="1"/>
        </p:nvCxnSpPr>
        <p:spPr>
          <a:xfrm>
            <a:off x="-6626" y="496546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8136" y="5303520"/>
            <a:ext cx="7375466" cy="1014984"/>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1689379"/>
            <a:ext cx="7876287" cy="3592629"/>
          </a:xfrm>
        </p:spPr>
        <p:txBody>
          <a:bodyPr anchor="b">
            <a:normAutofit/>
          </a:bodyPr>
          <a:lstStyle>
            <a:lvl1pPr algn="l">
              <a:defRPr sz="6600" cap="all" baseline="0">
                <a:solidFill>
                  <a:schemeClr val="tx1"/>
                </a:solidFill>
              </a:defRPr>
            </a:lvl1pPr>
          </a:lstStyle>
          <a:p>
            <a:r>
              <a:rPr lang="en-US" dirty="0"/>
              <a:t>Click to edit Master title style</a:t>
            </a:r>
          </a:p>
        </p:txBody>
      </p:sp>
    </p:spTree>
    <p:extLst>
      <p:ext uri="{BB962C8B-B14F-4D97-AF65-F5344CB8AC3E}">
        <p14:creationId xmlns:p14="http://schemas.microsoft.com/office/powerpoint/2010/main" val="30795257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Title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6B19A73-9EF0-435E-951F-A4ACE59FBD85}" type="datetime1">
              <a:rPr lang="en-US" smtClean="0"/>
              <a:t>9/10/2025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8" name="Straight Connector 7">
            <a:extLst>
              <a:ext uri="{FF2B5EF4-FFF2-40B4-BE49-F238E27FC236}">
                <a16:creationId xmlns:a16="http://schemas.microsoft.com/office/drawing/2014/main" id="{C2E6B14D-48CB-3652-5FBF-557B0DB0C006}"/>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1AD4D6D7-11EB-6F96-7D58-6B2353229146}"/>
              </a:ext>
              <a:ext uri="{C183D7F6-B498-43B3-948B-1728B52AA6E4}">
                <adec:decorative xmlns:adec="http://schemas.microsoft.com/office/drawing/2017/decorative" val="1"/>
              </a:ext>
            </a:extLst>
          </p:cNvPr>
          <p:cNvCxnSpPr>
            <a:cxnSpLocks/>
          </p:cNvCxnSpPr>
          <p:nvPr userDrawn="1"/>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13955" y="4462552"/>
            <a:ext cx="7588155" cy="1414091"/>
          </a:xfrm>
        </p:spPr>
        <p:txBody>
          <a:bodyPr anchor="b" anchorCtr="0">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296" y="64008"/>
            <a:ext cx="8229600" cy="2621154"/>
          </a:xfrm>
        </p:spPr>
        <p:txBody>
          <a:bodyPr anchor="t" anchorCtr="0">
            <a:normAutofit/>
          </a:bodyPr>
          <a:lstStyle>
            <a:lvl1pPr algn="l">
              <a:defRPr sz="6600" cap="all" baseline="0"/>
            </a:lvl1pPr>
          </a:lstStyle>
          <a:p>
            <a:r>
              <a:rPr lang="en-US"/>
              <a:t>Click to edit Master title style</a:t>
            </a:r>
            <a:endParaRPr lang="en-US" dirty="0"/>
          </a:p>
        </p:txBody>
      </p:sp>
    </p:spTree>
    <p:extLst>
      <p:ext uri="{BB962C8B-B14F-4D97-AF65-F5344CB8AC3E}">
        <p14:creationId xmlns:p14="http://schemas.microsoft.com/office/powerpoint/2010/main" val="20745650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Photo 1">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C72BE8CE-6011-4887-8688-8D57691F11AD}" type="datetime1">
              <a:rPr lang="en-US" smtClean="0"/>
              <a:t>9/10/2025</a:t>
            </a:fld>
            <a:endParaRPr lang="en-US" dirty="0"/>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CC057153-B650-4DEB-B370-79DDCFDCE934}" type="slidenum">
              <a:rPr lang="en-US" smtClean="0"/>
              <a:t>‹#›</a:t>
            </a:fld>
            <a:endParaRPr lang="en-US" dirty="0"/>
          </a:p>
        </p:txBody>
      </p:sp>
      <p:cxnSp>
        <p:nvCxnSpPr>
          <p:cNvPr id="4" name="Straight Connector 3">
            <a:extLst>
              <a:ext uri="{FF2B5EF4-FFF2-40B4-BE49-F238E27FC236}">
                <a16:creationId xmlns:a16="http://schemas.microsoft.com/office/drawing/2014/main" id="{7D0C16E3-4EC4-7D48-1FD4-C751F2A07E70}"/>
              </a:ext>
              <a:ext uri="{C183D7F6-B498-43B3-948B-1728B52AA6E4}">
                <adec:decorative xmlns:adec="http://schemas.microsoft.com/office/drawing/2017/decorative" val="1"/>
              </a:ext>
            </a:extLst>
          </p:cNvPr>
          <p:cNvCxnSpPr>
            <a:cxnSpLocks/>
          </p:cNvCxnSpPr>
          <p:nvPr/>
        </p:nvCxnSpPr>
        <p:spPr>
          <a:xfrm>
            <a:off x="0"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B89C9269-15FA-0C1F-81E1-EA0500B76B62}"/>
              </a:ext>
              <a:ext uri="{C183D7F6-B498-43B3-948B-1728B52AA6E4}">
                <adec:decorative xmlns:adec="http://schemas.microsoft.com/office/drawing/2017/decorative" val="1"/>
              </a:ext>
            </a:extLst>
          </p:cNvPr>
          <p:cNvCxnSpPr>
            <a:cxnSpLocks/>
          </p:cNvCxnSpPr>
          <p:nvPr userDrawn="1"/>
        </p:nvCxnSpPr>
        <p:spPr>
          <a:xfrm>
            <a:off x="0"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12191999" cy="4986425"/>
          </a:xfrm>
          <a:blipFill dpi="0" rotWithShape="1">
            <a:blip r:embed="rId2" cstate="screen">
              <a:alphaModFix amt="8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8136" y="5972629"/>
            <a:ext cx="10835350" cy="480373"/>
          </a:xfrm>
        </p:spPr>
        <p:txBody>
          <a:bodyPr anchor="t">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5165778"/>
            <a:ext cx="10835350" cy="786384"/>
          </a:xfrm>
        </p:spPr>
        <p:txBody>
          <a:bodyPr anchor="b">
            <a:normAutofit/>
          </a:bodyPr>
          <a:lstStyle>
            <a:lvl1pPr algn="l">
              <a:defRPr sz="4000" cap="all" baseline="0"/>
            </a:lvl1pPr>
          </a:lstStyle>
          <a:p>
            <a:r>
              <a:rPr lang="en-US"/>
              <a:t>Click to edit Master title style</a:t>
            </a:r>
            <a:endParaRPr lang="en-US" dirty="0"/>
          </a:p>
        </p:txBody>
      </p:sp>
    </p:spTree>
    <p:extLst>
      <p:ext uri="{BB962C8B-B14F-4D97-AF65-F5344CB8AC3E}">
        <p14:creationId xmlns:p14="http://schemas.microsoft.com/office/powerpoint/2010/main" val="246839654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Title Photo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949440" y="6453002"/>
            <a:ext cx="1707625" cy="365125"/>
          </a:xfrm>
        </p:spPr>
        <p:txBody>
          <a:bodyPr/>
          <a:lstStyle>
            <a:lvl1pPr>
              <a:defRPr>
                <a:solidFill>
                  <a:schemeClr val="tx1"/>
                </a:solidFill>
                <a:effectLst/>
              </a:defRPr>
            </a:lvl1pPr>
          </a:lstStyle>
          <a:p>
            <a:fld id="{886426EA-0386-4881-8D6D-3F08C95C4A7F}" type="datetime1">
              <a:rPr lang="en-US" smtClean="0"/>
              <a:t>9/10/2025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8" name="Straight Connector 7">
            <a:extLst>
              <a:ext uri="{FF2B5EF4-FFF2-40B4-BE49-F238E27FC236}">
                <a16:creationId xmlns:a16="http://schemas.microsoft.com/office/drawing/2014/main" id="{5CF4E8FB-1487-C91A-B047-A4CCEDA8D86C}"/>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3D24704-92A7-FF08-2944-DFFAEC746930}"/>
              </a:ext>
              <a:ext uri="{C183D7F6-B498-43B3-948B-1728B52AA6E4}">
                <adec:decorative xmlns:adec="http://schemas.microsoft.com/office/drawing/2017/decorative" val="1"/>
              </a:ext>
            </a:extLst>
          </p:cNvPr>
          <p:cNvCxnSpPr>
            <a:cxnSpLocks/>
          </p:cNvCxnSpPr>
          <p:nvPr userDrawn="1"/>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0" y="0"/>
            <a:ext cx="6584950" cy="6858000"/>
          </a:xfrm>
          <a:blipFill dpi="0" rotWithShape="1">
            <a:blip r:embed="rId2" cstate="screen">
              <a:alphaModFix amt="8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949438" y="4663440"/>
            <a:ext cx="4146281" cy="1184585"/>
          </a:xfrm>
        </p:spPr>
        <p:txBody>
          <a:bodyPr anchor="b" anchorCtr="0">
            <a:normAutofit/>
          </a:bodyPr>
          <a:lstStyle>
            <a:lvl1pPr marL="0" indent="0" algn="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949439" y="1088136"/>
            <a:ext cx="4146281" cy="3475236"/>
          </a:xfrm>
        </p:spPr>
        <p:txBody>
          <a:bodyPr anchor="b" anchorCtr="0">
            <a:noAutofit/>
          </a:bodyPr>
          <a:lstStyle>
            <a:lvl1pPr algn="r">
              <a:defRPr sz="5400" cap="all" baseline="0"/>
            </a:lvl1pPr>
          </a:lstStyle>
          <a:p>
            <a:r>
              <a:rPr lang="en-US"/>
              <a:t>Click to edit Master title style</a:t>
            </a:r>
            <a:endParaRPr lang="en-US" dirty="0"/>
          </a:p>
        </p:txBody>
      </p:sp>
    </p:spTree>
    <p:extLst>
      <p:ext uri="{BB962C8B-B14F-4D97-AF65-F5344CB8AC3E}">
        <p14:creationId xmlns:p14="http://schemas.microsoft.com/office/powerpoint/2010/main" val="40810815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Photo 3">
    <p:spTree>
      <p:nvGrpSpPr>
        <p:cNvPr id="1" name=""/>
        <p:cNvGrpSpPr/>
        <p:nvPr/>
      </p:nvGrpSpPr>
      <p:grpSpPr>
        <a:xfrm>
          <a:off x="0" y="0"/>
          <a:ext cx="0" cy="0"/>
          <a:chOff x="0" y="0"/>
          <a:chExt cx="0" cy="0"/>
        </a:xfrm>
      </p:grpSpPr>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137160" y="6453002"/>
            <a:ext cx="1951777" cy="365125"/>
          </a:xfrm>
        </p:spPr>
        <p:txBody>
          <a:bodyPr/>
          <a:lstStyle/>
          <a:p>
            <a:fld id="{1FE1A989-42EF-40B2-87AB-6941C231CD4A}" type="datetime1">
              <a:rPr lang="en-US" smtClean="0"/>
              <a:t>9/10/2025</a:t>
            </a:fld>
            <a:endParaRPr lang="en-US" dirty="0"/>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2088937" y="6453002"/>
            <a:ext cx="2805405"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4844578" y="6453002"/>
            <a:ext cx="429207" cy="365125"/>
          </a:xfr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p:nvPr>
        </p:nvSpPr>
        <p:spPr>
          <a:xfrm>
            <a:off x="5596128" y="0"/>
            <a:ext cx="6595872" cy="6858000"/>
          </a:xfrm>
          <a:blipFill dpi="0" rotWithShape="1">
            <a:blip r:embed="rId2" cstate="screen">
              <a:alphaModFix amt="8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8136" y="4873752"/>
            <a:ext cx="4206240" cy="1380744"/>
          </a:xfrm>
        </p:spPr>
        <p:txBody>
          <a:bodyPr anchor="b">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1088136"/>
            <a:ext cx="4206240" cy="3739896"/>
          </a:xfrm>
        </p:spPr>
        <p:txBody>
          <a:bodyPr anchor="t">
            <a:normAutofit/>
          </a:bodyPr>
          <a:lstStyle>
            <a:lvl1pPr algn="l">
              <a:defRPr sz="5400" cap="all" baseline="0"/>
            </a:lvl1pPr>
          </a:lstStyle>
          <a:p>
            <a:r>
              <a:rPr lang="en-US"/>
              <a:t>Click to edit Master title style</a:t>
            </a:r>
            <a:endParaRPr lang="en-US" dirty="0"/>
          </a:p>
        </p:txBody>
      </p:sp>
    </p:spTree>
    <p:extLst>
      <p:ext uri="{BB962C8B-B14F-4D97-AF65-F5344CB8AC3E}">
        <p14:creationId xmlns:p14="http://schemas.microsoft.com/office/powerpoint/2010/main" val="25926890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Section Header">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EEE2A7A0-B9EE-41A8-8016-28E5803F20B2}" type="datetime1">
              <a:rPr lang="en-US" smtClean="0"/>
              <a:t>9/10/2025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8136" y="1014984"/>
            <a:ext cx="7772400" cy="594360"/>
          </a:xfrm>
        </p:spPr>
        <p:txBody>
          <a:bodyPr anchor="t">
            <a:normAutofit/>
          </a:bodyPr>
          <a:lstStyle>
            <a:lvl1pPr marL="0" indent="0" algn="l">
              <a:lnSpc>
                <a:spcPct val="12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8136" y="1664208"/>
            <a:ext cx="10570464" cy="4626864"/>
          </a:xfrm>
        </p:spPr>
        <p:txBody>
          <a:bodyPr anchor="b">
            <a:normAutofit/>
          </a:bodyPr>
          <a:lstStyle>
            <a:lvl1pPr algn="l">
              <a:defRPr sz="8000" cap="all" baseline="0"/>
            </a:lvl1pPr>
          </a:lstStyle>
          <a:p>
            <a:r>
              <a:rPr lang="en-US"/>
              <a:t>Click to edit Master title style</a:t>
            </a:r>
            <a:endParaRPr lang="en-US" dirty="0"/>
          </a:p>
        </p:txBody>
      </p:sp>
    </p:spTree>
    <p:extLst>
      <p:ext uri="{BB962C8B-B14F-4D97-AF65-F5344CB8AC3E}">
        <p14:creationId xmlns:p14="http://schemas.microsoft.com/office/powerpoint/2010/main" val="186864542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9/10/2025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8467558" cy="3694176"/>
          </a:xfrm>
        </p:spPr>
        <p:txBody>
          <a:bodyPr>
            <a:normAutofit/>
          </a:bodyPr>
          <a:lstStyle>
            <a:lvl1pPr marL="342900" indent="-342900">
              <a:buFont typeface="System Font Regular"/>
              <a:buChar char="-"/>
              <a:defRPr sz="2000"/>
            </a:lvl1pPr>
            <a:lvl2pPr>
              <a:defRPr sz="1800"/>
            </a:lvl2pPr>
            <a:lvl3pPr>
              <a:defRPr sz="1600"/>
            </a:lvl3pPr>
            <a:lvl4pPr>
              <a:defRPr sz="1400"/>
            </a:lvl4pPr>
            <a:lvl5pP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88136" y="1088136"/>
            <a:ext cx="8467558" cy="1554480"/>
          </a:xfrm>
        </p:spPr>
        <p:txBody>
          <a:bodyPr anchor="t" anchorCtr="0">
            <a:normAutofit/>
          </a:bodyPr>
          <a:lstStyle>
            <a:lvl1pPr>
              <a:defRPr sz="4400"/>
            </a:lvl1pPr>
          </a:lstStyle>
          <a:p>
            <a:r>
              <a:rPr lang="en-US"/>
              <a:t>Click to edit Master title style</a:t>
            </a:r>
            <a:endParaRPr lang="en-US" dirty="0"/>
          </a:p>
        </p:txBody>
      </p:sp>
    </p:spTree>
    <p:extLst>
      <p:ext uri="{BB962C8B-B14F-4D97-AF65-F5344CB8AC3E}">
        <p14:creationId xmlns:p14="http://schemas.microsoft.com/office/powerpoint/2010/main" val="36765956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1">
              <a:rPr lang="en-US" smtClean="0"/>
              <a:t>9/10/2025</a:t>
            </a:fld>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p:nvPr>
        </p:nvSpPr>
        <p:spPr>
          <a:xfrm>
            <a:off x="7315200" y="0"/>
            <a:ext cx="4876800" cy="6858000"/>
          </a:xfrm>
          <a:blipFill dpi="0" rotWithShape="1">
            <a:blip r:embed="rId2" cstate="screen">
              <a:alphaModFix amt="8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buFont typeface="System Font Regular"/>
              <a:buChar char="-"/>
              <a:defRPr sz="2400"/>
            </a:lvl1pPr>
            <a:lvl2pPr>
              <a:defRPr sz="2000"/>
            </a:lvl2pPr>
            <a:lvl3pPr>
              <a:defRPr sz="1800"/>
            </a:lvl3pPr>
            <a:lvl4pPr>
              <a:defRPr sz="16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088136" y="1088136"/>
            <a:ext cx="5749392" cy="1554480"/>
          </a:xfrm>
        </p:spPr>
        <p:txBody>
          <a:bodyPr anchor="t" anchorCtr="0">
            <a:normAutofit/>
          </a:bodyPr>
          <a:lstStyle>
            <a:lvl1pPr>
              <a:defRPr sz="4400"/>
            </a:lvl1pPr>
          </a:lstStyle>
          <a:p>
            <a:r>
              <a:rPr lang="en-US"/>
              <a:t>Click to edit Master title style</a:t>
            </a:r>
            <a:endParaRPr lang="en-US" dirty="0"/>
          </a:p>
        </p:txBody>
      </p:sp>
    </p:spTree>
    <p:extLst>
      <p:ext uri="{BB962C8B-B14F-4D97-AF65-F5344CB8AC3E}">
        <p14:creationId xmlns:p14="http://schemas.microsoft.com/office/powerpoint/2010/main" val="19762188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 preserve="1">
  <p:cSld name="Title, Content 1 (Max)">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EEE6A364-A39C-470E-B89A-9BD899585684}" type="datetime1">
              <a:rPr lang="en-US" smtClean="0"/>
              <a:t>9/10/2025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88136" y="1463040"/>
            <a:ext cx="10789920" cy="4846319"/>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548640"/>
            <a:ext cx="10789920" cy="914400"/>
          </a:xfrm>
        </p:spPr>
        <p:txBody>
          <a:bodyPr anchor="t" anchorCtr="0">
            <a:normAutofit/>
          </a:bodyPr>
          <a:lstStyle>
            <a:lvl1pPr>
              <a:defRPr sz="3600"/>
            </a:lvl1pPr>
          </a:lstStyle>
          <a:p>
            <a:r>
              <a:rPr lang="en-US" dirty="0"/>
              <a:t>Click to edit Master title style</a:t>
            </a:r>
          </a:p>
        </p:txBody>
      </p:sp>
      <p:cxnSp>
        <p:nvCxnSpPr>
          <p:cNvPr id="7" name="Straight Connector 6">
            <a:extLst>
              <a:ext uri="{FF2B5EF4-FFF2-40B4-BE49-F238E27FC236}">
                <a16:creationId xmlns:a16="http://schemas.microsoft.com/office/drawing/2014/main" id="{86576926-0AFD-7055-19F8-9C7B8A99E740}"/>
              </a:ext>
            </a:extLst>
          </p:cNvPr>
          <p:cNvCxnSpPr>
            <a:cxnSpLocks/>
          </p:cNvCxnSpPr>
          <p:nvPr userDrawn="1"/>
        </p:nvCxnSpPr>
        <p:spPr>
          <a:xfrm>
            <a:off x="0" y="66370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72764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 preserve="1">
  <p:cSld name="Content Only (Max)">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11C69CE-4771-4BFA-AD70-0E51ABA58D6D}" type="datetime1">
              <a:rPr lang="en-US" smtClean="0"/>
              <a:t>9/10/2025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37159" y="367091"/>
            <a:ext cx="11924209" cy="5852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p:spPr>
        <p:txBody>
          <a:bodyPr anchor="ctr">
            <a:normAutofit/>
          </a:bodyPr>
          <a:lstStyle>
            <a:lvl1pPr>
              <a:defRPr sz="2400"/>
            </a:lvl1pPr>
          </a:lstStyle>
          <a:p>
            <a:r>
              <a:rPr lang="en-US"/>
              <a:t>Click to edit Master title style</a:t>
            </a:r>
          </a:p>
        </p:txBody>
      </p:sp>
    </p:spTree>
    <p:extLst>
      <p:ext uri="{BB962C8B-B14F-4D97-AF65-F5344CB8AC3E}">
        <p14:creationId xmlns:p14="http://schemas.microsoft.com/office/powerpoint/2010/main" val="27442001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Title, Content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990E4242-8CA0-457D-B3B1-7D78B4164321}" type="datetime1">
              <a:rPr lang="en-US" smtClean="0"/>
              <a:t>9/10/2025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98829372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itle, Content 2">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53D6F41-6645-4089-A6BB-7B692A44A4CC}" type="datetime1">
              <a:rPr lang="en-US" smtClean="0"/>
              <a:t>9/10/2025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1088136"/>
            <a:ext cx="4325112" cy="2459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4325112" cy="2454796"/>
          </a:xfrm>
        </p:spPr>
        <p:txBody>
          <a:bodyPr>
            <a:norm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5268800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Content 3">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58B73AF-3955-4569-8B4F-B329360A9CBD}" type="datetime1">
              <a:rPr lang="en-US" smtClean="0"/>
              <a:t>9/10/2025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088136"/>
            <a:ext cx="4956175" cy="355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3813048" cy="3557016"/>
          </a:xfrm>
        </p:spPr>
        <p:txBody>
          <a:bodyPr>
            <a:norm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41076643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Content 4">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695276D-BBED-48BC-B459-1E9A16CF46CD}" type="datetime1">
              <a:rPr lang="en-US" smtClean="0"/>
              <a:t>9/10/2025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519738" y="1088136"/>
            <a:ext cx="5681662"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4145582" cy="4638825"/>
          </a:xfrm>
        </p:spPr>
        <p:txBody>
          <a:bodyPr>
            <a:norm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30003251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Content 5">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D138C57-8E3B-4697-92F8-0ED9B71F7E17}" type="datetime1">
              <a:rPr lang="en-US" smtClean="0"/>
              <a:t>9/10/2025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522913" y="1088136"/>
            <a:ext cx="6159500" cy="53908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4142232" cy="4940661"/>
          </a:xfrm>
        </p:spPr>
        <p:txBody>
          <a:bodyPr>
            <a:norm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360250735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p:cSld name="Title, Content 6">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0ADC593-EA98-4C39-A75F-3F3A9C691019}" type="datetime1">
              <a:rPr lang="en-US" smtClean="0"/>
              <a:t>9/10/2025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41C2A03E-063B-0399-48E7-04FD456A6A93}"/>
              </a:ext>
            </a:extLst>
          </p:cNvPr>
          <p:cNvCxnSpPr>
            <a:cxnSpLocks/>
          </p:cNvCxnSpPr>
          <p:nvPr/>
        </p:nvCxnSpPr>
        <p:spPr>
          <a:xfrm>
            <a:off x="0" y="66370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2A87C6C2-2F35-2349-7733-859C0E7DDAFC}"/>
              </a:ext>
            </a:extLst>
          </p:cNvPr>
          <p:cNvCxnSpPr>
            <a:cxnSpLocks/>
          </p:cNvCxnSpPr>
          <p:nvPr userDrawn="1"/>
        </p:nvCxnSpPr>
        <p:spPr>
          <a:xfrm>
            <a:off x="0" y="66370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019040" y="548640"/>
            <a:ext cx="6959600" cy="58064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548640"/>
            <a:ext cx="3494314" cy="5719639"/>
          </a:xfrm>
        </p:spPr>
        <p:txBody>
          <a:bodyPr>
            <a:normAutofit/>
          </a:bodyPr>
          <a:lstStyle>
            <a:lvl1pPr>
              <a:defRPr sz="3600"/>
            </a:lvl1pPr>
          </a:lstStyle>
          <a:p>
            <a:r>
              <a:rPr lang="en-US" dirty="0"/>
              <a:t>Click to edit Master title style</a:t>
            </a:r>
          </a:p>
        </p:txBody>
      </p:sp>
    </p:spTree>
    <p:extLst>
      <p:ext uri="{BB962C8B-B14F-4D97-AF65-F5344CB8AC3E}">
        <p14:creationId xmlns:p14="http://schemas.microsoft.com/office/powerpoint/2010/main" val="41218998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p:cSld name="Content Photo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5538937" y="6453002"/>
            <a:ext cx="3337584" cy="365125"/>
          </a:xfrm>
        </p:spPr>
        <p:txBody>
          <a:bodyPr/>
          <a:lstStyle/>
          <a:p>
            <a:fld id="{8FACD271-2BB0-4C13-9E3A-50B90F57CA5B}" type="datetime1">
              <a:rPr lang="en-US" smtClean="0"/>
              <a:t>9/10/2025</a:t>
            </a:fld>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1090940" y="6389688"/>
            <a:ext cx="3474720"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B4877F01-A929-FA99-96D9-80A84DCCBBC1}"/>
              </a:ext>
            </a:extLst>
          </p:cNvPr>
          <p:cNvCxnSpPr>
            <a:cxnSpLocks/>
          </p:cNvCxnSpPr>
          <p:nvPr/>
        </p:nvCxnSpPr>
        <p:spPr>
          <a:xfrm>
            <a:off x="11387805" y="645776"/>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383064DD-D4BF-D92B-903A-E30DDDC7B895}"/>
              </a:ext>
            </a:extLst>
          </p:cNvPr>
          <p:cNvCxnSpPr>
            <a:cxnSpLocks/>
          </p:cNvCxnSpPr>
          <p:nvPr userDrawn="1"/>
        </p:nvCxnSpPr>
        <p:spPr>
          <a:xfrm>
            <a:off x="11387805" y="645776"/>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793885" cy="6858000"/>
          </a:xfrm>
          <a:blipFill dpi="0" rotWithShape="1">
            <a:blip r:embed="rId2" cstate="screen">
              <a:alphaModFix amt="80000"/>
              <a:extLst>
                <a:ext uri="{28A0092B-C50C-407E-A947-70E740481C1C}">
                  <a14:useLocalDpi xmlns:a14="http://schemas.microsoft.com/office/drawing/2010/main"/>
                </a:ext>
              </a:extLst>
            </a:blip>
            <a:srcRect/>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212080" y="1828800"/>
            <a:ext cx="6071616"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212080" y="548640"/>
            <a:ext cx="6093225" cy="1143000"/>
          </a:xfrm>
        </p:spPr>
        <p:txBody>
          <a:bodyPr anchor="t" anchorCtr="0">
            <a:norm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33173515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Content Photo 2">
    <p:spTree>
      <p:nvGrpSpPr>
        <p:cNvPr id="1" name=""/>
        <p:cNvGrpSpPr/>
        <p:nvPr/>
      </p:nvGrpSpPr>
      <p:grpSpPr>
        <a:xfrm>
          <a:off x="0" y="0"/>
          <a:ext cx="0" cy="0"/>
          <a:chOff x="0" y="0"/>
          <a:chExt cx="0" cy="0"/>
        </a:xfrm>
      </p:grpSpPr>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1088136" y="6389688"/>
            <a:ext cx="914400" cy="365125"/>
          </a:xfrm>
        </p:spPr>
        <p:txBody>
          <a:bodyPr/>
          <a:lstStyle/>
          <a:p>
            <a:fld id="{9C4109C0-CC82-467C-B6E8-62D4D3634E2A}" type="datetime1">
              <a:rPr lang="en-US" smtClean="0"/>
              <a:t>9/10/2025</a:t>
            </a:fld>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3950591" y="6453002"/>
            <a:ext cx="2805405" cy="365125"/>
          </a:xfrm>
        </p:spPr>
        <p:txBody>
          <a:bodyPr/>
          <a:lstStyle/>
          <a:p>
            <a:r>
              <a:rPr lang="en-US" dirty="0"/>
              <a:t>Sample Footer Text</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706232" y="6453002"/>
            <a:ext cx="429207" cy="365125"/>
          </a:xfrm>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51DA2515-5AEE-9413-3515-A00204840354}"/>
              </a:ext>
            </a:extLst>
          </p:cNvPr>
          <p:cNvCxnSpPr>
            <a:cxnSpLocks/>
          </p:cNvCxnSpPr>
          <p:nvPr/>
        </p:nvCxnSpPr>
        <p:spPr>
          <a:xfrm>
            <a:off x="0" y="645776"/>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8D70FDFA-4030-887C-559C-1FADB47BC66E}"/>
              </a:ext>
            </a:extLst>
          </p:cNvPr>
          <p:cNvCxnSpPr>
            <a:cxnSpLocks/>
          </p:cNvCxnSpPr>
          <p:nvPr userDrawn="1"/>
        </p:nvCxnSpPr>
        <p:spPr>
          <a:xfrm>
            <a:off x="0" y="645776"/>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7400544" y="0"/>
            <a:ext cx="4791456" cy="6858000"/>
          </a:xfrm>
          <a:blipFill>
            <a:blip r:embed="rId2" cstate="screen">
              <a:alphaModFix amt="80000"/>
              <a:extLst>
                <a:ext uri="{28A0092B-C50C-407E-A947-70E740481C1C}">
                  <a14:useLocalDpi xmlns:a14="http://schemas.microsoft.com/office/drawing/2010/main"/>
                </a:ext>
              </a:extLst>
            </a:blip>
            <a:stretch>
              <a:fillRect l="133" r="2"/>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88136" y="1828800"/>
            <a:ext cx="6035040" cy="44897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136" y="548640"/>
            <a:ext cx="6035040" cy="1143000"/>
          </a:xfrm>
        </p:spPr>
        <p:txBody>
          <a:bodyPr anchor="t" anchorCtr="0">
            <a:norm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8877209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Content Photo 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4745736" y="6453002"/>
            <a:ext cx="3494314" cy="365125"/>
          </a:xfrm>
        </p:spPr>
        <p:txBody>
          <a:bodyPr/>
          <a:lstStyle/>
          <a:p>
            <a:fld id="{1A5F77D0-C28E-4573-88F0-0A30FF98888E}" type="datetime1">
              <a:rPr lang="en-US" smtClean="0"/>
              <a:t>9/10/2025</a:t>
            </a:fld>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1090940" y="6389688"/>
            <a:ext cx="2651760" cy="365125"/>
          </a:xfrm>
        </p:spPr>
        <p:txBody>
          <a:bodyPr/>
          <a:lstStyle/>
          <a:p>
            <a:r>
              <a:rPr lang="en-US" dirty="0"/>
              <a:t>Sample Footer Text</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p:txBody>
          <a:bodyPr/>
          <a:lstStyle/>
          <a:p>
            <a:fld id="{CC057153-B650-4DEB-B370-79DDCFDCE934}" type="slidenum">
              <a:rPr lang="en-US" smtClean="0"/>
              <a:t>‹#›</a:t>
            </a:fld>
            <a:endParaRPr lang="en-US" dirty="0"/>
          </a:p>
        </p:txBody>
      </p:sp>
      <p:cxnSp>
        <p:nvCxnSpPr>
          <p:cNvPr id="5" name="Straight Connector 4">
            <a:extLst>
              <a:ext uri="{FF2B5EF4-FFF2-40B4-BE49-F238E27FC236}">
                <a16:creationId xmlns:a16="http://schemas.microsoft.com/office/drawing/2014/main" id="{434EC6C7-7368-6B1B-8B75-3564428D23D7}"/>
              </a:ext>
            </a:extLst>
          </p:cNvPr>
          <p:cNvCxnSpPr>
            <a:cxnSpLocks/>
          </p:cNvCxnSpPr>
          <p:nvPr/>
        </p:nvCxnSpPr>
        <p:spPr>
          <a:xfrm>
            <a:off x="11387805" y="645776"/>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142DC77-D245-134E-AF98-C98164AD00C5}"/>
              </a:ext>
            </a:extLst>
          </p:cNvPr>
          <p:cNvCxnSpPr>
            <a:cxnSpLocks/>
          </p:cNvCxnSpPr>
          <p:nvPr userDrawn="1"/>
        </p:nvCxnSpPr>
        <p:spPr>
          <a:xfrm>
            <a:off x="11387805" y="645776"/>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1"/>
            <a:ext cx="4023360" cy="6858000"/>
          </a:xfrm>
          <a:blipFill>
            <a:blip r:embed="rId2" cstate="screen">
              <a:alphaModFix amt="80000"/>
              <a:extLst>
                <a:ext uri="{28A0092B-C50C-407E-A947-70E740481C1C}">
                  <a14:useLocalDpi xmlns:a14="http://schemas.microsoft.com/office/drawing/2010/main"/>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480560" y="1554480"/>
            <a:ext cx="6858000" cy="4846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80560" y="548640"/>
            <a:ext cx="6858000" cy="932688"/>
          </a:xfrm>
        </p:spPr>
        <p:txBody>
          <a:bodyPr anchor="t" anchorCtr="0">
            <a:no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221306363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ontent Photo 4">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1088136" y="6391656"/>
            <a:ext cx="2743200" cy="365125"/>
          </a:xfrm>
        </p:spPr>
        <p:txBody>
          <a:bodyPr/>
          <a:lstStyle/>
          <a:p>
            <a:fld id="{D1F1191D-5EC4-40DF-9DB6-A6385AB88B55}" type="datetime1">
              <a:rPr lang="en-US" smtClean="0"/>
              <a:t>9/10/2025</a:t>
            </a:fld>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4285799" y="6453002"/>
            <a:ext cx="2805405"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453002"/>
            <a:ext cx="429207" cy="365125"/>
          </a:xfrm>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27C2C824-3E44-D93C-CE0D-441A10DAB07F}"/>
              </a:ext>
            </a:extLst>
          </p:cNvPr>
          <p:cNvCxnSpPr>
            <a:cxnSpLocks/>
          </p:cNvCxnSpPr>
          <p:nvPr/>
        </p:nvCxnSpPr>
        <p:spPr>
          <a:xfrm>
            <a:off x="0" y="645776"/>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8091732" y="0"/>
            <a:ext cx="4100267" cy="6858000"/>
          </a:xfrm>
          <a:blipFill>
            <a:blip r:embed="rId2" cstate="screen">
              <a:alphaModFix amt="80000"/>
              <a:extLst>
                <a:ext uri="{28A0092B-C50C-407E-A947-70E740481C1C}">
                  <a14:useLocalDpi xmlns:a14="http://schemas.microsoft.com/office/drawing/2010/main"/>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88136" y="1554480"/>
            <a:ext cx="6400800" cy="47548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136" y="548640"/>
            <a:ext cx="6400800" cy="932688"/>
          </a:xfrm>
        </p:spPr>
        <p:txBody>
          <a:bodyPr anchor="t" anchorCtr="0">
            <a:no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303308246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Content Photo 5">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253745" y="6453002"/>
            <a:ext cx="1622776" cy="365125"/>
          </a:xfrm>
        </p:spPr>
        <p:txBody>
          <a:bodyPr/>
          <a:lstStyle>
            <a:lvl1pPr>
              <a:defRPr>
                <a:solidFill>
                  <a:schemeClr val="tx1"/>
                </a:solidFill>
                <a:effectLst/>
              </a:defRPr>
            </a:lvl1pPr>
          </a:lstStyle>
          <a:p>
            <a:fld id="{EE468DAA-49F6-4492-82E6-75555EB31418}" type="datetime1">
              <a:rPr lang="en-US" smtClean="0"/>
              <a:t>9/10/2025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4" name="Straight Connector 3">
            <a:extLst>
              <a:ext uri="{FF2B5EF4-FFF2-40B4-BE49-F238E27FC236}">
                <a16:creationId xmlns:a16="http://schemas.microsoft.com/office/drawing/2014/main" id="{70E05320-D280-0DDC-5A3D-55FA53CC9690}"/>
              </a:ext>
            </a:extLst>
          </p:cNvPr>
          <p:cNvCxnSpPr>
            <a:cxnSpLocks/>
          </p:cNvCxnSpPr>
          <p:nvPr userDrawn="1"/>
        </p:nvCxnSpPr>
        <p:spPr>
          <a:xfrm>
            <a:off x="11387805" y="701041"/>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6611509" cy="6858000"/>
          </a:xfrm>
          <a:blipFill>
            <a:blip r:embed="rId2" cstate="screen">
              <a:alphaModFix amt="80000"/>
              <a:extLst>
                <a:ext uri="{28A0092B-C50C-407E-A947-70E740481C1C}">
                  <a14:useLocalDpi xmlns:a14="http://schemas.microsoft.com/office/drawing/2010/main"/>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40880" y="2212975"/>
            <a:ext cx="4362450"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40880" y="584339"/>
            <a:ext cx="4297680" cy="1527048"/>
          </a:xfrm>
        </p:spPr>
        <p:txBody>
          <a:bodyPr anchor="t" anchorCtr="0">
            <a:norm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346300737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p:cSld name="Content Photo 6">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88136" y="6453002"/>
            <a:ext cx="1005840" cy="365125"/>
          </a:xfrm>
        </p:spPr>
        <p:txBody>
          <a:bodyPr/>
          <a:lstStyle/>
          <a:p>
            <a:fld id="{41D22668-A3AE-429F-A351-A1583BA90793}" type="datetime1">
              <a:rPr lang="en-US" smtClean="0"/>
              <a:t>9/10/2025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cxnSp>
        <p:nvCxnSpPr>
          <p:cNvPr id="4" name="Straight Connector 3">
            <a:extLst>
              <a:ext uri="{FF2B5EF4-FFF2-40B4-BE49-F238E27FC236}">
                <a16:creationId xmlns:a16="http://schemas.microsoft.com/office/drawing/2014/main" id="{364F26EF-3B60-EBB9-D4CC-E416D4E0BCCE}"/>
              </a:ext>
            </a:extLst>
          </p:cNvPr>
          <p:cNvCxnSpPr>
            <a:cxnSpLocks/>
          </p:cNvCxnSpPr>
          <p:nvPr userDrawn="1"/>
        </p:nvCxnSpPr>
        <p:spPr>
          <a:xfrm>
            <a:off x="0" y="645776"/>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745480" y="0"/>
            <a:ext cx="6446520" cy="6858000"/>
          </a:xfrm>
          <a:blipFill>
            <a:blip r:embed="rId2" cstate="screen">
              <a:alphaModFix amt="80000"/>
              <a:extLst>
                <a:ext uri="{28A0092B-C50C-407E-A947-70E740481C1C}">
                  <a14:useLocalDpi xmlns:a14="http://schemas.microsoft.com/office/drawing/2010/main"/>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36" y="2212975"/>
            <a:ext cx="4360863"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136" y="548640"/>
            <a:ext cx="4361688" cy="1527048"/>
          </a:xfrm>
        </p:spPr>
        <p:txBody>
          <a:bodyPr anchor="t" anchorCtr="0">
            <a:norm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357081656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Content Photo 7">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104491" y="6453002"/>
            <a:ext cx="1772029" cy="365125"/>
          </a:xfrm>
        </p:spPr>
        <p:txBody>
          <a:bodyPr/>
          <a:lstStyle>
            <a:lvl1pPr>
              <a:defRPr>
                <a:solidFill>
                  <a:schemeClr val="tx1"/>
                </a:solidFill>
                <a:effectLst/>
              </a:defRPr>
            </a:lvl1pPr>
          </a:lstStyle>
          <a:p>
            <a:fld id="{CB3A2E2B-8F4D-437C-9F55-5E913AFC716A}" type="datetime1">
              <a:rPr lang="en-US" smtClean="0"/>
              <a:t>9/10/2025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63FFF24A-6C99-5C52-1A9E-398DAAC8D627}"/>
              </a:ext>
            </a:extLst>
          </p:cNvPr>
          <p:cNvCxnSpPr>
            <a:cxnSpLocks/>
          </p:cNvCxnSpPr>
          <p:nvPr/>
        </p:nvCxnSpPr>
        <p:spPr>
          <a:xfrm>
            <a:off x="11387805" y="4572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6492240" cy="6858000"/>
          </a:xfrm>
          <a:blipFill>
            <a:blip r:embed="rId2" cstate="screen">
              <a:alphaModFix amt="80000"/>
              <a:extLst>
                <a:ext uri="{28A0092B-C50C-407E-A947-70E740481C1C}">
                  <a14:useLocalDpi xmlns:a14="http://schemas.microsoft.com/office/drawing/2010/main"/>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8" y="1380744"/>
            <a:ext cx="4512601"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320040"/>
            <a:ext cx="4522936" cy="932688"/>
          </a:xfrm>
        </p:spPr>
        <p:txBody>
          <a:bodyPr anchor="b">
            <a:no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5759832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p:cSld name="Content Photo 8">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88136" y="6453002"/>
            <a:ext cx="1005840" cy="365125"/>
          </a:xfrm>
        </p:spPr>
        <p:txBody>
          <a:bodyPr/>
          <a:lstStyle/>
          <a:p>
            <a:fld id="{46C70014-48FC-4647-9615-BBD39F98887D}" type="datetime1">
              <a:rPr lang="en-US" smtClean="0"/>
              <a:t>9/10/2025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2168233" y="6453002"/>
            <a:ext cx="2805405"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923874"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E9BE6C7B-B23D-94FE-E3F3-A80680127208}"/>
              </a:ext>
            </a:extLst>
          </p:cNvPr>
          <p:cNvCxnSpPr>
            <a:cxnSpLocks/>
          </p:cNvCxnSpPr>
          <p:nvPr/>
        </p:nvCxnSpPr>
        <p:spPr>
          <a:xfrm>
            <a:off x="0" y="4572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5917720" y="0"/>
            <a:ext cx="6274279" cy="6858000"/>
          </a:xfrm>
          <a:blipFill>
            <a:blip r:embed="rId2" cstate="screen">
              <a:alphaModFix amt="80000"/>
              <a:extLst>
                <a:ext uri="{28A0092B-C50C-407E-A947-70E740481C1C}">
                  <a14:useLocalDpi xmlns:a14="http://schemas.microsoft.com/office/drawing/2010/main"/>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36" y="1380744"/>
            <a:ext cx="4572000" cy="49834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136" y="320040"/>
            <a:ext cx="4572000" cy="932688"/>
          </a:xfrm>
        </p:spPr>
        <p:txBody>
          <a:bodyPr anchor="b"/>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03525452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Content Photo 9">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8212663" y="6453002"/>
            <a:ext cx="922372" cy="365125"/>
          </a:xfrm>
        </p:spPr>
        <p:txBody>
          <a:bodyPr/>
          <a:lstStyle/>
          <a:p>
            <a:fld id="{C089F4EF-3CDF-46D7-ADF4-3A52C84FD8BE}" type="datetime1">
              <a:rPr lang="en-US" smtClean="0"/>
              <a:t>9/10/2025</a:t>
            </a:fld>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9135035" y="6453002"/>
            <a:ext cx="2546891" cy="365125"/>
          </a:xfrm>
        </p:spPr>
        <p:txBody>
          <a:bodyPr/>
          <a:lstStyle/>
          <a:p>
            <a:r>
              <a:rPr lang="en-US" dirty="0"/>
              <a:t>Sample Footer Text</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p:txBody>
          <a:bodyPr/>
          <a:lstStyle/>
          <a:p>
            <a:fld id="{CC057153-B650-4DEB-B370-79DDCFDCE934}" type="slidenum">
              <a:rPr lang="en-US" smtClean="0"/>
              <a:t>‹#›</a:t>
            </a:fld>
            <a:endParaRPr lang="en-US" dirty="0"/>
          </a:p>
        </p:txBody>
      </p:sp>
      <p:cxnSp>
        <p:nvCxnSpPr>
          <p:cNvPr id="5" name="Straight Connector 4">
            <a:extLst>
              <a:ext uri="{FF2B5EF4-FFF2-40B4-BE49-F238E27FC236}">
                <a16:creationId xmlns:a16="http://schemas.microsoft.com/office/drawing/2014/main" id="{891524CB-0A95-ECE6-FDBD-92F5801F67AF}"/>
              </a:ext>
            </a:extLst>
          </p:cNvPr>
          <p:cNvCxnSpPr>
            <a:cxnSpLocks/>
          </p:cNvCxnSpPr>
          <p:nvPr userDrawn="1"/>
        </p:nvCxnSpPr>
        <p:spPr>
          <a:xfrm>
            <a:off x="11387805" y="645776"/>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584144" cy="6858000"/>
          </a:xfrm>
          <a:blipFill>
            <a:blip r:embed="rId2" cstate="screen">
              <a:alphaModFix amt="80000"/>
              <a:extLst>
                <a:ext uri="{28A0092B-C50C-407E-A947-70E740481C1C}">
                  <a14:useLocalDpi xmlns:a14="http://schemas.microsoft.com/office/drawing/2010/main"/>
                </a:ext>
              </a:extLst>
            </a:blip>
            <a:stretch>
              <a:fillRect l="2"/>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8212790"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212663" y="583413"/>
            <a:ext cx="3401568" cy="1527048"/>
          </a:xfrm>
        </p:spPr>
        <p:txBody>
          <a:bodyPr anchor="t" anchorCtr="0">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6114121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Content Photo 10">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88136" y="6453002"/>
            <a:ext cx="731520" cy="365125"/>
          </a:xfrm>
        </p:spPr>
        <p:txBody>
          <a:bodyPr/>
          <a:lstStyle/>
          <a:p>
            <a:fld id="{E635C43F-DBB1-4D83-B442-E1529AA900C2}" type="datetime1">
              <a:rPr lang="en-US" smtClean="0"/>
              <a:t>9/10/2025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74520" y="6455664"/>
            <a:ext cx="1828800" cy="365125"/>
          </a:xfrm>
        </p:spPr>
        <p:txBody>
          <a:bodyPr/>
          <a:lstStyle>
            <a:lvl1pPr>
              <a:defRPr>
                <a:solidFill>
                  <a:schemeClr val="tx1"/>
                </a:solidFill>
                <a:effectLst/>
              </a:defRPr>
            </a:lvl1p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960426" y="6453002"/>
            <a:ext cx="429207" cy="365125"/>
          </a:xfrm>
        </p:spPr>
        <p:txBody>
          <a:bodyPr/>
          <a:lstStyle>
            <a:lvl1pPr>
              <a:defRPr>
                <a:solidFill>
                  <a:schemeClr val="tx1"/>
                </a:solidFill>
                <a:effectLst/>
              </a:defRPr>
            </a:lvl1pPr>
          </a:lstStyle>
          <a:p>
            <a:fld id="{CC057153-B650-4DEB-B370-79DDCFDCE934}" type="slidenum">
              <a:rPr lang="en-US" smtClean="0"/>
              <a:pPr/>
              <a:t>‹#›</a:t>
            </a:fld>
            <a:endParaRPr lang="en-US" dirty="0"/>
          </a:p>
        </p:txBody>
      </p:sp>
      <p:cxnSp>
        <p:nvCxnSpPr>
          <p:cNvPr id="3" name="Straight Connector 2">
            <a:extLst>
              <a:ext uri="{FF2B5EF4-FFF2-40B4-BE49-F238E27FC236}">
                <a16:creationId xmlns:a16="http://schemas.microsoft.com/office/drawing/2014/main" id="{38034AC6-D67E-1CDF-7062-5AA25E8DE089}"/>
              </a:ext>
            </a:extLst>
          </p:cNvPr>
          <p:cNvCxnSpPr>
            <a:cxnSpLocks/>
          </p:cNvCxnSpPr>
          <p:nvPr/>
        </p:nvCxnSpPr>
        <p:spPr>
          <a:xfrm>
            <a:off x="0" y="649224"/>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4761780" y="0"/>
            <a:ext cx="7430219" cy="6858000"/>
          </a:xfrm>
          <a:blipFill>
            <a:blip r:embed="rId2" cstate="screen">
              <a:alphaModFix amt="80000"/>
              <a:extLst>
                <a:ext uri="{28A0092B-C50C-407E-A947-70E740481C1C}">
                  <a14:useLocalDpi xmlns:a14="http://schemas.microsoft.com/office/drawing/2010/main"/>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36" y="2212975"/>
            <a:ext cx="3401568" cy="40957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136" y="583413"/>
            <a:ext cx="3401568" cy="1527048"/>
          </a:xfrm>
        </p:spPr>
        <p:txBody>
          <a:bodyPr anchor="t" anchorCtr="0">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51420790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p:cSld name="Content Photo 11">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8343102" y="6453002"/>
            <a:ext cx="1003659" cy="365125"/>
          </a:xfrm>
        </p:spPr>
        <p:txBody>
          <a:bodyPr/>
          <a:lstStyle>
            <a:lvl1pPr>
              <a:defRPr>
                <a:solidFill>
                  <a:schemeClr val="tx1"/>
                </a:solidFill>
                <a:effectLst/>
              </a:defRPr>
            </a:lvl1pPr>
          </a:lstStyle>
          <a:p>
            <a:fld id="{2D13F81E-C5BD-4314-B9B9-AAE2702F29D2}" type="datetime1">
              <a:rPr lang="en-US" smtClean="0"/>
              <a:t>9/10/2025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9346761" y="6453002"/>
            <a:ext cx="233516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570668EC-7C4A-E2C9-9B4E-461B96635B0F}"/>
              </a:ext>
            </a:extLst>
          </p:cNvPr>
          <p:cNvCxnSpPr>
            <a:cxnSpLocks/>
          </p:cNvCxnSpPr>
          <p:nvPr/>
        </p:nvCxnSpPr>
        <p:spPr>
          <a:xfrm>
            <a:off x="11387805" y="119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0" y="0"/>
            <a:ext cx="7781365" cy="6858000"/>
          </a:xfrm>
          <a:blipFill>
            <a:blip r:embed="rId2" cstate="screen">
              <a:alphaModFix amt="80000"/>
              <a:extLst>
                <a:ext uri="{28A0092B-C50C-407E-A947-70E740481C1C}">
                  <a14:useLocalDpi xmlns:a14="http://schemas.microsoft.com/office/drawing/2010/main"/>
                </a:ext>
              </a:extLst>
            </a:blip>
            <a:stretch>
              <a:fillRect l="2"/>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38160" y="3099816"/>
            <a:ext cx="3200400" cy="2953512"/>
          </a:xfrm>
        </p:spPr>
        <p:txBody>
          <a:bodyPr>
            <a:normAutofit/>
          </a:bodyPr>
          <a:lstStyle>
            <a:lvl1pPr marL="0" indent="0">
              <a:buNone/>
              <a:defRPr sz="1600"/>
            </a:lvl1pPr>
            <a:lvl2pPr marL="228600" indent="0">
              <a:buNone/>
              <a:defRPr sz="1400"/>
            </a:lvl2pPr>
            <a:lvl3pPr marL="457200" indent="0">
              <a:buNone/>
              <a:defRPr sz="1200"/>
            </a:lvl3pPr>
            <a:lvl4pPr marL="685800" indent="0">
              <a:buNone/>
              <a:defRPr sz="1100"/>
            </a:lvl4pPr>
            <a:lvl5pPr marL="9144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38160" y="1078992"/>
            <a:ext cx="3200400" cy="1942773"/>
          </a:xfrm>
        </p:spPr>
        <p:txBody>
          <a:bodyPr anchor="t" anchorCtr="0">
            <a:norm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16390934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Content Photo 12">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C8C146-0A20-4029-98D5-9A42EEDF8B24}" type="datetime1">
              <a:rPr lang="en-US" smtClean="0"/>
              <a:t>9/10/2025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66308D8B-26D8-742E-6485-0E6D1184D47F}"/>
              </a:ext>
              <a:ext uri="{C183D7F6-B498-43B3-948B-1728B52AA6E4}">
                <adec:decorative xmlns:adec="http://schemas.microsoft.com/office/drawing/2017/decorative" val="1"/>
              </a:ext>
            </a:extLst>
          </p:cNvPr>
          <p:cNvCxnSpPr>
            <a:cxnSpLocks/>
          </p:cNvCxnSpPr>
          <p:nvPr/>
        </p:nvCxnSpPr>
        <p:spPr>
          <a:xfrm>
            <a:off x="0" y="510770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4635132"/>
          </a:xfrm>
          <a:blipFill>
            <a:blip r:embed="rId2" cstate="screen">
              <a:alphaModFix amt="80000"/>
              <a:extLst>
                <a:ext uri="{28A0092B-C50C-407E-A947-70E740481C1C}">
                  <a14:useLocalDpi xmlns:a14="http://schemas.microsoft.com/office/drawing/2010/main"/>
                </a:ext>
              </a:extLst>
            </a:blip>
            <a:stretch>
              <a:fillRect l="2"/>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349240" y="5012267"/>
            <a:ext cx="6400800" cy="139033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136" y="5012268"/>
            <a:ext cx="3739896" cy="1390330"/>
          </a:xfrm>
        </p:spPr>
        <p:txBody>
          <a:bodyPr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250873124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p:cSld name="Content Photo 13">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87C12A2F-57DF-45DA-A7E9-678FD33267B9}" type="datetime1">
              <a:rPr lang="en-US" smtClean="0"/>
              <a:t>9/10/2025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69AA66C5-FE79-8172-5991-B9E2580EA4DC}"/>
              </a:ext>
              <a:ext uri="{C183D7F6-B498-43B3-948B-1728B52AA6E4}">
                <adec:decorative xmlns:adec="http://schemas.microsoft.com/office/drawing/2017/decorative" val="1"/>
              </a:ext>
            </a:extLst>
          </p:cNvPr>
          <p:cNvCxnSpPr>
            <a:cxnSpLocks/>
          </p:cNvCxnSpPr>
          <p:nvPr userDrawn="1"/>
        </p:nvCxnSpPr>
        <p:spPr>
          <a:xfrm>
            <a:off x="0" y="4254781"/>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0"/>
            <a:ext cx="12192000" cy="3778270"/>
          </a:xfrm>
          <a:blipFill>
            <a:blip r:embed="rId2" cstate="screen">
              <a:alphaModFix amt="80000"/>
              <a:extLst>
                <a:ext uri="{28A0092B-C50C-407E-A947-70E740481C1C}">
                  <a14:useLocalDpi xmlns:a14="http://schemas.microsoft.com/office/drawing/2010/main"/>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14800" y="4162318"/>
            <a:ext cx="7772400" cy="2240280"/>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136" y="4162318"/>
            <a:ext cx="2953618" cy="1892808"/>
          </a:xfrm>
        </p:spPr>
        <p:txBody>
          <a:bodyPr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35648524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 Photo 14">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37160" y="59778"/>
            <a:ext cx="3494314" cy="365125"/>
          </a:xfrm>
        </p:spPr>
        <p:txBody>
          <a:bodyPr/>
          <a:lstStyle/>
          <a:p>
            <a:fld id="{9128053F-E531-4885-B604-CF1A6DEEE405}" type="datetime1">
              <a:rPr lang="en-US" smtClean="0"/>
              <a:t>9/10/2025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76521" y="59778"/>
            <a:ext cx="2805405" cy="365125"/>
          </a:xfrm>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632162" y="59778"/>
            <a:ext cx="429207" cy="365125"/>
          </a:xfrm>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 y="3079730"/>
            <a:ext cx="12192000" cy="3778270"/>
          </a:xfrm>
          <a:blipFill>
            <a:blip r:embed="rId2" cstate="screen">
              <a:alphaModFix amt="80000"/>
              <a:extLst>
                <a:ext uri="{28A0092B-C50C-407E-A947-70E740481C1C}">
                  <a14:useLocalDpi xmlns:a14="http://schemas.microsoft.com/office/drawing/2010/main"/>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77640" y="1088136"/>
            <a:ext cx="7772400" cy="1892808"/>
          </a:xfrm>
        </p:spPr>
        <p:txBody>
          <a:bodyPr>
            <a:noAutofit/>
          </a:bodyPr>
          <a:lstStyle>
            <a:lvl1pPr marL="285750" indent="-285750">
              <a:buFont typeface="Arial" panose="020B0604020202020204" pitchFamily="34" charset="0"/>
              <a:buChar char="•"/>
              <a:defRPr sz="1800"/>
            </a:lvl1pPr>
            <a:lvl2pPr marL="514350" indent="-285750">
              <a:buFont typeface="Arial" panose="020B0604020202020204" pitchFamily="34" charset="0"/>
              <a:buChar char="•"/>
              <a:defRPr sz="16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200"/>
            </a:lvl4pPr>
            <a:lvl5pPr marL="1085850" indent="-171450">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136" y="1088136"/>
            <a:ext cx="2953618" cy="1892808"/>
          </a:xfrm>
        </p:spPr>
        <p:txBody>
          <a:bodyPr anchor="t">
            <a:normAutofit/>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2232696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Content Photo 15">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766791B-F730-470C-BD5E-FFF8D449589F}" type="datetime1">
              <a:rPr lang="en-US" smtClean="0"/>
              <a:t>9/10/2025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612645" y="1828800"/>
            <a:ext cx="6446520" cy="4425696"/>
          </a:xfrm>
          <a:blipFill>
            <a:blip r:embed="rId2" cstate="screen">
              <a:alphaModFix amt="80000"/>
              <a:extLst>
                <a:ext uri="{28A0092B-C50C-407E-A947-70E740481C1C}">
                  <a14:useLocalDpi xmlns:a14="http://schemas.microsoft.com/office/drawing/2010/main"/>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562088" y="1828800"/>
            <a:ext cx="4023360" cy="4428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603504"/>
            <a:ext cx="10972802" cy="970463"/>
          </a:xfrm>
        </p:spPr>
        <p:txBody>
          <a:bodyPr anchor="ctr">
            <a:norm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242602900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Content Photo 16">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4E73FE0C-303A-49D2-B22C-9FE8AE7D9EF1}" type="datetime1">
              <a:rPr lang="en-US" smtClean="0"/>
              <a:t>9/10/2025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9489BE89-EA6C-3872-3192-502F1D8DD38A}"/>
              </a:ext>
              <a:ext uri="{C183D7F6-B498-43B3-948B-1728B52AA6E4}">
                <adec:decorative xmlns:adec="http://schemas.microsoft.com/office/drawing/2017/decorative" val="1"/>
              </a:ext>
            </a:extLst>
          </p:cNvPr>
          <p:cNvCxnSpPr>
            <a:cxnSpLocks/>
          </p:cNvCxnSpPr>
          <p:nvPr userDrawn="1"/>
        </p:nvCxnSpPr>
        <p:spPr>
          <a:xfrm>
            <a:off x="0" y="649224"/>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088136" y="2290890"/>
            <a:ext cx="4672584" cy="4041648"/>
          </a:xfrm>
          <a:blipFill>
            <a:blip r:embed="rId2" cstate="screen">
              <a:alphaModFix amt="80000"/>
              <a:extLst>
                <a:ext uri="{28A0092B-C50C-407E-A947-70E740481C1C}">
                  <a14:useLocalDpi xmlns:a14="http://schemas.microsoft.com/office/drawing/2010/main"/>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549275"/>
            <a:ext cx="5585925" cy="5783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136" y="548639"/>
            <a:ext cx="4672584" cy="1453896"/>
          </a:xfrm>
        </p:spPr>
        <p:txBody>
          <a:bodyPr>
            <a:norm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41775397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ntent Photo 17">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1">
              <a:rPr lang="en-US" smtClean="0"/>
              <a:t>9/10/2025</a:t>
            </a:fld>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3" name="Straight Connector 2">
            <a:extLst>
              <a:ext uri="{FF2B5EF4-FFF2-40B4-BE49-F238E27FC236}">
                <a16:creationId xmlns:a16="http://schemas.microsoft.com/office/drawing/2014/main" id="{ACAAA201-D652-2C16-88AF-7DCC4657B3B7}"/>
              </a:ext>
              <a:ext uri="{C183D7F6-B498-43B3-948B-1728B52AA6E4}">
                <adec:decorative xmlns:adec="http://schemas.microsoft.com/office/drawing/2017/decorative" val="1"/>
              </a:ext>
            </a:extLst>
          </p:cNvPr>
          <p:cNvCxnSpPr>
            <a:cxnSpLocks/>
          </p:cNvCxnSpPr>
          <p:nvPr/>
        </p:nvCxnSpPr>
        <p:spPr>
          <a:xfrm>
            <a:off x="0" y="66499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p:nvPr>
        </p:nvSpPr>
        <p:spPr>
          <a:xfrm>
            <a:off x="1088136" y="2295144"/>
            <a:ext cx="3490176" cy="4041648"/>
          </a:xfrm>
          <a:blipFill>
            <a:blip r:embed="rId2" cstate="screen">
              <a:alphaModFix amt="80000"/>
              <a:extLst>
                <a:ext uri="{28A0092B-C50C-407E-A947-70E740481C1C}">
                  <a14:useLocalDpi xmlns:a14="http://schemas.microsoft.com/office/drawing/2010/main"/>
                </a:ext>
              </a:extLst>
            </a:blip>
            <a:stretch>
              <a:fillRect/>
            </a:stretch>
          </a:blipFill>
        </p:spPr>
        <p:txBody>
          <a:bodyPr/>
          <a:lstStyle/>
          <a:p>
            <a:r>
              <a:rPr lang="en-US" dirty="0"/>
              <a:t>Click icon to add picture</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016500" y="549275"/>
            <a:ext cx="6561138" cy="5759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136" y="550217"/>
            <a:ext cx="3657603" cy="1453896"/>
          </a:xfrm>
        </p:spPr>
        <p:txBody>
          <a:bodyPr anchor="t">
            <a:noAutofit/>
          </a:bodyPr>
          <a:lstStyle>
            <a:lvl1pPr>
              <a:defRPr sz="3600"/>
            </a:lvl1pPr>
          </a:lstStyle>
          <a:p>
            <a:r>
              <a:rPr lang="en-US"/>
              <a:t>Click to edit Master title style</a:t>
            </a:r>
            <a:endParaRPr lang="en-US" dirty="0"/>
          </a:p>
        </p:txBody>
      </p:sp>
    </p:spTree>
    <p:extLst>
      <p:ext uri="{BB962C8B-B14F-4D97-AF65-F5344CB8AC3E}">
        <p14:creationId xmlns:p14="http://schemas.microsoft.com/office/powerpoint/2010/main" val="30031054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Big Number 1">
    <p:bg>
      <p:bgPr>
        <a:solidFill>
          <a:schemeClr val="tx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1">
              <a:rPr lang="en-US" smtClean="0"/>
              <a:pPr/>
              <a:t>9/10/2025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a:t>
            </a:fld>
            <a:endParaRPr lang="en-US" dirty="0"/>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160820" y="4572000"/>
            <a:ext cx="9930384" cy="1353312"/>
          </a:xfrm>
        </p:spPr>
        <p:txBody>
          <a:bodyPr anchor="b" anchorCtr="0">
            <a:normAutofit/>
          </a:bodyPr>
          <a:lstStyle>
            <a:lvl1pPr marL="0" indent="0" algn="r">
              <a:buNone/>
              <a:defRPr sz="2800" cap="none"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088136" y="64008"/>
            <a:ext cx="10003068" cy="4334256"/>
          </a:xfrm>
        </p:spPr>
        <p:txBody>
          <a:bodyPr anchor="b" anchorCtr="0">
            <a:normAutofit/>
          </a:bodyPr>
          <a:lstStyle>
            <a:lvl1pPr algn="r">
              <a:defRPr sz="23200">
                <a:solidFill>
                  <a:schemeClr val="bg1"/>
                </a:solidFill>
              </a:defRPr>
            </a:lvl1pPr>
          </a:lstStyle>
          <a:p>
            <a:r>
              <a:rPr lang="en-US" dirty="0"/>
              <a:t>##%</a:t>
            </a:r>
          </a:p>
        </p:txBody>
      </p:sp>
    </p:spTree>
    <p:extLst>
      <p:ext uri="{BB962C8B-B14F-4D97-AF65-F5344CB8AC3E}">
        <p14:creationId xmlns:p14="http://schemas.microsoft.com/office/powerpoint/2010/main" val="21945864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Big Number 2">
    <p:bg>
      <p:bgRef idx="1001">
        <a:schemeClr val="bg1"/>
      </p:bgRef>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77440" y="4809744"/>
            <a:ext cx="7525512" cy="1545336"/>
          </a:xfrm>
        </p:spPr>
        <p:txBody>
          <a:bodyPr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7A7CDD-9512-40CC-9351-FC0DE186CFBD}" type="datetime1">
              <a:rPr lang="en-US" smtClean="0"/>
              <a:pPr/>
              <a:t>9/10/2025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822960" y="603504"/>
            <a:ext cx="10543032" cy="4206240"/>
          </a:xfrm>
        </p:spPr>
        <p:txBody>
          <a:bodyPr anchor="b">
            <a:normAutofit/>
          </a:bodyPr>
          <a:lstStyle>
            <a:lvl1pPr algn="ctr">
              <a:defRPr sz="23200">
                <a:solidFill>
                  <a:schemeClr val="tx1"/>
                </a:solidFill>
              </a:defRPr>
            </a:lvl1pPr>
          </a:lstStyle>
          <a:p>
            <a:r>
              <a:rPr lang="en-US" dirty="0"/>
              <a:t>##%</a:t>
            </a:r>
          </a:p>
        </p:txBody>
      </p:sp>
    </p:spTree>
    <p:extLst>
      <p:ext uri="{BB962C8B-B14F-4D97-AF65-F5344CB8AC3E}">
        <p14:creationId xmlns:p14="http://schemas.microsoft.com/office/powerpoint/2010/main" val="122623155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itle" preserve="1">
  <p:cSld name="Big Number 3">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088136" y="603504"/>
            <a:ext cx="10015728" cy="3694176"/>
          </a:xfrm>
        </p:spPr>
        <p:txBody>
          <a:bodyPr anchor="b" anchorCtr="0">
            <a:normAutofit/>
          </a:bodyPr>
          <a:lstStyle>
            <a:lvl1pPr algn="l">
              <a:defRPr sz="23200">
                <a:solidFill>
                  <a:schemeClr val="tx1"/>
                </a:solidFill>
              </a:defRPr>
            </a:lvl1pPr>
          </a:lstStyle>
          <a:p>
            <a:r>
              <a:rPr lang="en-US" dirty="0"/>
              <a:t>##%</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8136" y="4297680"/>
            <a:ext cx="7525512" cy="1545336"/>
          </a:xfrm>
        </p:spPr>
        <p:txBody>
          <a:bodyPr anchor="b" anchorCtr="0">
            <a:normAutofit/>
          </a:bodyPr>
          <a:lstStyle>
            <a:lvl1pPr marL="0" indent="0" algn="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83EFCC7-B7E8-4ABE-BBCB-C75FD27800CD}" type="datetime1">
              <a:rPr lang="en-US" smtClean="0"/>
              <a:t>9/10/2025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cxnSp>
        <p:nvCxnSpPr>
          <p:cNvPr id="8" name="Straight Connector 7">
            <a:extLst>
              <a:ext uri="{FF2B5EF4-FFF2-40B4-BE49-F238E27FC236}">
                <a16:creationId xmlns:a16="http://schemas.microsoft.com/office/drawing/2014/main" id="{9F3356AB-92B4-2E32-E065-92ED999EF178}"/>
              </a:ext>
              <a:ext uri="{C183D7F6-B498-43B3-948B-1728B52AA6E4}">
                <adec:decorative xmlns:adec="http://schemas.microsoft.com/office/drawing/2017/decorative" val="1"/>
              </a:ext>
            </a:extLst>
          </p:cNvPr>
          <p:cNvCxnSpPr>
            <a:cxnSpLocks/>
          </p:cNvCxnSpPr>
          <p:nvPr/>
        </p:nvCxnSpPr>
        <p:spPr>
          <a:xfrm>
            <a:off x="0" y="146824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500F42ED-4F52-64D0-427B-A8B5EA4A6A5C}"/>
              </a:ext>
              <a:ext uri="{C183D7F6-B498-43B3-948B-1728B52AA6E4}">
                <adec:decorative xmlns:adec="http://schemas.microsoft.com/office/drawing/2017/decorative" val="1"/>
              </a:ext>
            </a:extLst>
          </p:cNvPr>
          <p:cNvCxnSpPr>
            <a:cxnSpLocks/>
          </p:cNvCxnSpPr>
          <p:nvPr userDrawn="1"/>
        </p:nvCxnSpPr>
        <p:spPr>
          <a:xfrm>
            <a:off x="0" y="146824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068345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F140A1F3-DA5D-4F2E-B759-748FF8D0ACA9}" type="datetime1">
              <a:rPr lang="en-US" smtClean="0"/>
              <a:t>9/10/2025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56C8E310-975A-20DE-3DE1-1E3550B3715D}"/>
              </a:ext>
              <a:ext uri="{C183D7F6-B498-43B3-948B-1728B52AA6E4}">
                <adec:decorative xmlns:adec="http://schemas.microsoft.com/office/drawing/2017/decorative" val="1"/>
              </a:ext>
            </a:extLst>
          </p:cNvPr>
          <p:cNvCxnSpPr>
            <a:cxnSpLocks/>
          </p:cNvCxnSpPr>
          <p:nvPr/>
        </p:nvCxnSpPr>
        <p:spPr>
          <a:xfrm>
            <a:off x="0" y="82833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603504"/>
            <a:ext cx="8266176" cy="5605272"/>
          </a:xfrm>
        </p:spPr>
        <p:txBody>
          <a:bodyPr anchor="t" anchorCtr="0">
            <a:noAutofit/>
          </a:bodyPr>
          <a:lstStyle>
            <a:lvl1pPr marL="0" indent="0">
              <a:lnSpc>
                <a:spcPct val="100000"/>
              </a:lnSpc>
              <a:buNone/>
              <a:defRPr sz="4800" b="1" cap="all" baseline="0"/>
            </a:lvl1pPr>
            <a:lvl2pPr marL="228600" indent="0">
              <a:lnSpc>
                <a:spcPct val="100000"/>
              </a:lnSpc>
              <a:buNone/>
              <a:defRPr sz="4400" b="1" cap="all" baseline="0"/>
            </a:lvl2pPr>
            <a:lvl3pPr marL="457200" indent="0">
              <a:lnSpc>
                <a:spcPct val="100000"/>
              </a:lnSpc>
              <a:buNone/>
              <a:defRPr sz="4000" b="1" cap="all" baseline="0"/>
            </a:lvl3pPr>
            <a:lvl4pPr marL="685800" indent="0">
              <a:lnSpc>
                <a:spcPct val="100000"/>
              </a:lnSpc>
              <a:buNone/>
              <a:defRPr sz="3600" b="1" cap="all" baseline="0"/>
            </a:lvl4pPr>
            <a:lvl5pPr marL="914400" indent="0">
              <a:lnSpc>
                <a:spcPct val="100000"/>
              </a:lnSpc>
              <a:buNone/>
              <a:defRPr sz="3200" b="1" cap="all" baseline="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Tree>
    <p:extLst>
      <p:ext uri="{BB962C8B-B14F-4D97-AF65-F5344CB8AC3E}">
        <p14:creationId xmlns:p14="http://schemas.microsoft.com/office/powerpoint/2010/main" val="312831816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Statement 2">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301B1322-4C31-4D1F-88B1-5F79F56892AE}" type="datetime1">
              <a:rPr lang="en-US" smtClean="0"/>
              <a:t>9/10/2025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cxnSp>
        <p:nvCxnSpPr>
          <p:cNvPr id="6" name="Straight Connector 5">
            <a:extLst>
              <a:ext uri="{FF2B5EF4-FFF2-40B4-BE49-F238E27FC236}">
                <a16:creationId xmlns:a16="http://schemas.microsoft.com/office/drawing/2014/main" id="{311BEEA6-BB3D-6FE2-25CB-47F170CF0667}"/>
              </a:ext>
              <a:ext uri="{C183D7F6-B498-43B3-948B-1728B52AA6E4}">
                <adec:decorative xmlns:adec="http://schemas.microsoft.com/office/drawing/2017/decorative" val="1"/>
              </a:ext>
            </a:extLst>
          </p:cNvPr>
          <p:cNvCxnSpPr>
            <a:cxnSpLocks/>
          </p:cNvCxnSpPr>
          <p:nvPr/>
        </p:nvCxnSpPr>
        <p:spPr>
          <a:xfrm>
            <a:off x="0" y="510770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160799"/>
            <a:ext cx="8266176" cy="4142232"/>
          </a:xfrm>
        </p:spPr>
        <p:txBody>
          <a:bodyPr anchor="b">
            <a:noAutofit/>
          </a:bodyPr>
          <a:lstStyle>
            <a:lvl1pPr marL="0" indent="0">
              <a:lnSpc>
                <a:spcPct val="100000"/>
              </a:lnSpc>
              <a:buNone/>
              <a:defRPr sz="4800" b="1"/>
            </a:lvl1pPr>
            <a:lvl2pPr marL="228600" indent="0">
              <a:lnSpc>
                <a:spcPct val="100000"/>
              </a:lnSpc>
              <a:buNone/>
              <a:defRPr sz="4000" b="1"/>
            </a:lvl2pPr>
            <a:lvl3pPr marL="457200" indent="0">
              <a:lnSpc>
                <a:spcPct val="100000"/>
              </a:lnSpc>
              <a:buNone/>
              <a:defRPr sz="3600" b="1"/>
            </a:lvl3pPr>
            <a:lvl4pPr marL="685800" indent="0">
              <a:lnSpc>
                <a:spcPct val="100000"/>
              </a:lnSpc>
              <a:buNone/>
              <a:defRPr sz="3200" b="1"/>
            </a:lvl4pPr>
            <a:lvl5pPr marL="914400" indent="0">
              <a:lnSpc>
                <a:spcPct val="100000"/>
              </a:lnSpc>
              <a:buNone/>
              <a:defRPr sz="28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Tree>
    <p:extLst>
      <p:ext uri="{BB962C8B-B14F-4D97-AF65-F5344CB8AC3E}">
        <p14:creationId xmlns:p14="http://schemas.microsoft.com/office/powerpoint/2010/main" val="385955075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1">
              <a:rPr lang="en-US" smtClean="0"/>
              <a:t>9/10/2025</a:t>
            </a:fld>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dirty="0"/>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a:t>
            </a:fld>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914400"/>
            <a:ext cx="9418320" cy="5070068"/>
          </a:xfrm>
        </p:spPr>
        <p:txBody>
          <a:bodyPr anchor="t">
            <a:noAutofit/>
          </a:bodyPr>
          <a:lstStyle>
            <a:lvl1pPr marL="0" indent="0">
              <a:lnSpc>
                <a:spcPct val="100000"/>
              </a:lnSpc>
              <a:buNone/>
              <a:defRPr sz="54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p:spPr>
        <p:txBody>
          <a:bodyPr/>
          <a:lstStyle/>
          <a:p>
            <a:r>
              <a:rPr lang="en-US"/>
              <a:t>Click to edit Master title style</a:t>
            </a:r>
          </a:p>
        </p:txBody>
      </p:sp>
    </p:spTree>
    <p:extLst>
      <p:ext uri="{BB962C8B-B14F-4D97-AF65-F5344CB8AC3E}">
        <p14:creationId xmlns:p14="http://schemas.microsoft.com/office/powerpoint/2010/main" val="29260470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 preserve="1">
  <p:cSld name="Quote 1">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1">
              <a:rPr lang="en-US" smtClean="0"/>
              <a:t>9/10/2025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anchor="ctr">
            <a:normAutofit/>
          </a:bodyPr>
          <a:lstStyle>
            <a:lvl1pPr marL="0" indent="0" algn="r">
              <a:buNone/>
              <a:defRPr sz="20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ctr">
            <a:normAutofit/>
          </a:bodyPr>
          <a:lstStyle>
            <a:lvl1pPr algn="l">
              <a:lnSpc>
                <a:spcPct val="100000"/>
              </a:lnSpc>
              <a:defRPr sz="5400" b="1" cap="all" baseline="0">
                <a:solidFill>
                  <a:schemeClr val="tx1"/>
                </a:solidFill>
              </a:defRPr>
            </a:lvl1pPr>
          </a:lstStyle>
          <a:p>
            <a:r>
              <a:rPr lang="en-US" dirty="0"/>
              <a:t>Click to edit Quote</a:t>
            </a:r>
          </a:p>
        </p:txBody>
      </p:sp>
    </p:spTree>
    <p:extLst>
      <p:ext uri="{BB962C8B-B14F-4D97-AF65-F5344CB8AC3E}">
        <p14:creationId xmlns:p14="http://schemas.microsoft.com/office/powerpoint/2010/main" val="379734232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4D63035D-22A0-4334-A9AE-2457016C8B47}" type="datetime1">
              <a:rPr lang="en-US" smtClean="0"/>
              <a:pPr/>
              <a:t>9/10/2025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9616" y="5428752"/>
            <a:ext cx="9198864" cy="466344"/>
          </a:xfrm>
        </p:spPr>
        <p:txBody>
          <a:bodyPr anchor="ctr">
            <a:normAutofit/>
          </a:bodyPr>
          <a:lstStyle>
            <a:lvl1pPr marL="0" indent="0" algn="l">
              <a:buNone/>
              <a:defRPr sz="20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9616" y="1188720"/>
            <a:ext cx="9198864" cy="3657600"/>
          </a:xfrm>
        </p:spPr>
        <p:txBody>
          <a:bodyPr anchor="t" anchorCtr="0">
            <a:normAutofit/>
          </a:bodyPr>
          <a:lstStyle>
            <a:lvl1pPr algn="l">
              <a:lnSpc>
                <a:spcPct val="100000"/>
              </a:lnSpc>
              <a:defRPr sz="4800" b="1" cap="all" baseline="0">
                <a:solidFill>
                  <a:schemeClr val="tx1"/>
                </a:solidFill>
              </a:defRPr>
            </a:lvl1pPr>
          </a:lstStyle>
          <a:p>
            <a:r>
              <a:rPr lang="en-US" dirty="0"/>
              <a:t>Click to edit Quote</a:t>
            </a:r>
          </a:p>
        </p:txBody>
      </p:sp>
    </p:spTree>
    <p:extLst>
      <p:ext uri="{BB962C8B-B14F-4D97-AF65-F5344CB8AC3E}">
        <p14:creationId xmlns:p14="http://schemas.microsoft.com/office/powerpoint/2010/main" val="2649231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29247CA6-BC1D-429A-A289-4E939E49554A}" type="datetime1">
              <a:rPr lang="en-US" smtClean="0"/>
              <a:t>9/10/2025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dirty="0"/>
          </a:p>
        </p:txBody>
      </p:sp>
      <p:cxnSp>
        <p:nvCxnSpPr>
          <p:cNvPr id="7" name="Straight Connector 6">
            <a:extLst>
              <a:ext uri="{FF2B5EF4-FFF2-40B4-BE49-F238E27FC236}">
                <a16:creationId xmlns:a16="http://schemas.microsoft.com/office/drawing/2014/main" id="{29F8509F-2652-8D73-2320-6F2440E44F18}"/>
              </a:ext>
              <a:ext uri="{C183D7F6-B498-43B3-948B-1728B52AA6E4}">
                <adec:decorative xmlns:adec="http://schemas.microsoft.com/office/drawing/2017/decorative" val="1"/>
              </a:ext>
            </a:extLst>
          </p:cNvPr>
          <p:cNvCxnSpPr>
            <a:cxnSpLocks/>
          </p:cNvCxnSpPr>
          <p:nvPr userDrawn="1"/>
        </p:nvCxnSpPr>
        <p:spPr>
          <a:xfrm>
            <a:off x="11387805" y="572686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496568" y="5431536"/>
            <a:ext cx="9198864" cy="466344"/>
          </a:xfrm>
        </p:spPr>
        <p:txBody>
          <a:bodyPr anchor="ctr">
            <a:normAutofit/>
          </a:bodyPr>
          <a:lstStyle>
            <a:lvl1pPr marL="0" indent="0" algn="r">
              <a:buNone/>
              <a:defRPr sz="20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496568" y="1188720"/>
            <a:ext cx="9198864" cy="3291840"/>
          </a:xfrm>
        </p:spPr>
        <p:txBody>
          <a:bodyPr anchor="ctr" anchorCtr="0">
            <a:normAutofit/>
          </a:bodyPr>
          <a:lstStyle>
            <a:lvl1pPr algn="ctr">
              <a:lnSpc>
                <a:spcPct val="100000"/>
              </a:lnSpc>
              <a:defRPr sz="4800" b="1" cap="all" baseline="0"/>
            </a:lvl1pPr>
          </a:lstStyle>
          <a:p>
            <a:r>
              <a:rPr lang="en-US" dirty="0"/>
              <a:t>Click to edit Quote</a:t>
            </a:r>
          </a:p>
        </p:txBody>
      </p:sp>
    </p:spTree>
    <p:extLst>
      <p:ext uri="{BB962C8B-B14F-4D97-AF65-F5344CB8AC3E}">
        <p14:creationId xmlns:p14="http://schemas.microsoft.com/office/powerpoint/2010/main" val="370991708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Quote 3">
    <p:bg>
      <p:bgRef idx="1002">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DF8418BD-2BA9-41CB-AB89-625779A7563D}" type="datetime1">
              <a:rPr lang="en-US" smtClean="0"/>
              <a:pPr/>
              <a:t>9/10/2025</a:t>
            </a:fld>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a:t>
            </a:fld>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hasCustomPrompt="1"/>
          </p:nvPr>
        </p:nvSpPr>
        <p:spPr>
          <a:xfrm>
            <a:off x="1088136" y="5669280"/>
            <a:ext cx="8961120" cy="466344"/>
          </a:xfrm>
        </p:spPr>
        <p:txBody>
          <a:bodyPr anchor="ctr">
            <a:normAutofit/>
          </a:bodyPr>
          <a:lstStyle>
            <a:lvl1pPr marL="0" indent="0" algn="l">
              <a:buNone/>
              <a:defRPr sz="22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Quote Author</a:t>
            </a: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1088136" y="1088136"/>
            <a:ext cx="8961120" cy="3169920"/>
          </a:xfrm>
        </p:spPr>
        <p:txBody>
          <a:bodyPr anchor="t" anchorCtr="0">
            <a:normAutofit/>
          </a:bodyPr>
          <a:lstStyle>
            <a:lvl1pPr algn="l">
              <a:lnSpc>
                <a:spcPct val="100000"/>
              </a:lnSpc>
              <a:defRPr sz="4800" b="1" cap="all" baseline="0">
                <a:solidFill>
                  <a:schemeClr val="tx1"/>
                </a:solidFill>
              </a:defRPr>
            </a:lvl1pPr>
          </a:lstStyle>
          <a:p>
            <a:r>
              <a:rPr lang="en-US" dirty="0"/>
              <a:t>Click to edit Quote</a:t>
            </a:r>
          </a:p>
        </p:txBody>
      </p:sp>
    </p:spTree>
    <p:extLst>
      <p:ext uri="{BB962C8B-B14F-4D97-AF65-F5344CB8AC3E}">
        <p14:creationId xmlns:p14="http://schemas.microsoft.com/office/powerpoint/2010/main" val="27518498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EDEFAAA-1B70-42AA-ADCC-F49B58132654}"/>
              </a:ext>
            </a:extLst>
          </p:cNvPr>
          <p:cNvSpPr>
            <a:spLocks noGrp="1"/>
          </p:cNvSpPr>
          <p:nvPr>
            <p:ph type="dt" sz="half" idx="10"/>
          </p:nvPr>
        </p:nvSpPr>
        <p:spPr/>
        <p:txBody>
          <a:bodyPr/>
          <a:lstStyle/>
          <a:p>
            <a:fld id="{2ABAD28B-DD56-4B56-883A-96608C765E28}" type="datetimeFigureOut">
              <a:rPr lang="en-US" smtClean="0"/>
              <a:t>9/10/2025</a:t>
            </a:fld>
            <a:endParaRPr lang="en-US" dirty="0"/>
          </a:p>
        </p:txBody>
      </p:sp>
      <p:sp>
        <p:nvSpPr>
          <p:cNvPr id="6" name="Footer Placeholder 5">
            <a:extLst>
              <a:ext uri="{FF2B5EF4-FFF2-40B4-BE49-F238E27FC236}">
                <a16:creationId xmlns:a16="http://schemas.microsoft.com/office/drawing/2014/main" id="{E4C7B6CC-1C13-4F34-AC86-CCD442C8C3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9F1B638-9061-41AD-AF47-73A4AF8B781A}"/>
              </a:ext>
            </a:extLst>
          </p:cNvPr>
          <p:cNvSpPr>
            <a:spLocks noGrp="1"/>
          </p:cNvSpPr>
          <p:nvPr>
            <p:ph type="sldNum" sz="quarter" idx="12"/>
          </p:nvPr>
        </p:nvSpPr>
        <p:spPr/>
        <p:txBody>
          <a:bodyPr/>
          <a:lstStyle/>
          <a:p>
            <a:fld id="{7DF5BAF5-ABAB-4575-8E56-D109A3D17F9F}" type="slidenum">
              <a:rPr lang="en-US" smtClean="0"/>
              <a:t>‹#›</a:t>
            </a:fld>
            <a:endParaRPr lang="en-US" dirty="0"/>
          </a:p>
        </p:txBody>
      </p:sp>
      <p:sp>
        <p:nvSpPr>
          <p:cNvPr id="4" name="Text Placeholder 3">
            <a:extLst>
              <a:ext uri="{FF2B5EF4-FFF2-40B4-BE49-F238E27FC236}">
                <a16:creationId xmlns:a16="http://schemas.microsoft.com/office/drawing/2014/main" id="{7CBE994E-BAB7-43DC-A0E4-C779CF2A33D5}"/>
              </a:ext>
            </a:extLst>
          </p:cNvPr>
          <p:cNvSpPr>
            <a:spLocks noGrp="1"/>
          </p:cNvSpPr>
          <p:nvPr>
            <p:ph type="body" sz="half" idx="2"/>
          </p:nvPr>
        </p:nvSpPr>
        <p:spPr>
          <a:xfrm>
            <a:off x="1090940" y="2701254"/>
            <a:ext cx="3785860" cy="316773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4B5A3E63-EB15-4D82-BF2B-36BB030C430D}"/>
              </a:ext>
            </a:extLst>
          </p:cNvPr>
          <p:cNvSpPr>
            <a:spLocks noGrp="1"/>
          </p:cNvSpPr>
          <p:nvPr>
            <p:ph idx="1"/>
          </p:nvPr>
        </p:nvSpPr>
        <p:spPr>
          <a:xfrm>
            <a:off x="5524500" y="922689"/>
            <a:ext cx="5486002"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EEA1DD4B-5676-477E-8C52-4C1CF160FCDE}"/>
              </a:ext>
            </a:extLst>
          </p:cNvPr>
          <p:cNvSpPr>
            <a:spLocks noGrp="1"/>
          </p:cNvSpPr>
          <p:nvPr>
            <p:ph type="title"/>
          </p:nvPr>
        </p:nvSpPr>
        <p:spPr>
          <a:xfrm>
            <a:off x="1090940" y="1094448"/>
            <a:ext cx="3785860" cy="1554362"/>
          </a:xfrm>
        </p:spPr>
        <p:txBody>
          <a:bodyPr anchor="t">
            <a:noAutofit/>
          </a:bodyPr>
          <a:lstStyle>
            <a:lvl1pPr>
              <a:defRPr sz="4000" cap="none" baseline="0"/>
            </a:lvl1pPr>
          </a:lstStyle>
          <a:p>
            <a:r>
              <a:rPr lang="en-US"/>
              <a:t>Click to edit Master title style</a:t>
            </a:r>
            <a:endParaRPr lang="en-US" dirty="0"/>
          </a:p>
        </p:txBody>
      </p:sp>
    </p:spTree>
    <p:extLst>
      <p:ext uri="{BB962C8B-B14F-4D97-AF65-F5344CB8AC3E}">
        <p14:creationId xmlns:p14="http://schemas.microsoft.com/office/powerpoint/2010/main" val="108426004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F4F55A58-F085-4500-AF61-045B12C8F41E}"/>
              </a:ext>
            </a:extLst>
          </p:cNvPr>
          <p:cNvSpPr>
            <a:spLocks noGrp="1"/>
          </p:cNvSpPr>
          <p:nvPr>
            <p:ph type="dt" sz="half" idx="10"/>
          </p:nvPr>
        </p:nvSpPr>
        <p:spPr/>
        <p:txBody>
          <a:bodyPr/>
          <a:lstStyle/>
          <a:p>
            <a:fld id="{2ABAD28B-DD56-4B56-883A-96608C765E28}" type="datetimeFigureOut">
              <a:rPr lang="en-US" smtClean="0"/>
              <a:t>9/10/2025</a:t>
            </a:fld>
            <a:endParaRPr lang="en-US" dirty="0"/>
          </a:p>
        </p:txBody>
      </p:sp>
      <p:sp>
        <p:nvSpPr>
          <p:cNvPr id="6" name="Footer Placeholder 5">
            <a:extLst>
              <a:ext uri="{FF2B5EF4-FFF2-40B4-BE49-F238E27FC236}">
                <a16:creationId xmlns:a16="http://schemas.microsoft.com/office/drawing/2014/main" id="{E9936470-561D-49AE-AC84-B79D483FDA7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6EEF2BE2-DF21-4683-9D5F-849A525FD5C4}"/>
              </a:ext>
            </a:extLst>
          </p:cNvPr>
          <p:cNvSpPr>
            <a:spLocks noGrp="1"/>
          </p:cNvSpPr>
          <p:nvPr>
            <p:ph type="sldNum" sz="quarter" idx="12"/>
          </p:nvPr>
        </p:nvSpPr>
        <p:spPr/>
        <p:txBody>
          <a:bodyPr/>
          <a:lstStyle/>
          <a:p>
            <a:fld id="{7DF5BAF5-ABAB-4575-8E56-D109A3D17F9F}" type="slidenum">
              <a:rPr lang="en-US" smtClean="0"/>
              <a:t>‹#›</a:t>
            </a:fld>
            <a:endParaRPr lang="en-US" dirty="0"/>
          </a:p>
        </p:txBody>
      </p:sp>
      <p:sp>
        <p:nvSpPr>
          <p:cNvPr id="3" name="Picture Placeholder 2">
            <a:extLst>
              <a:ext uri="{FF2B5EF4-FFF2-40B4-BE49-F238E27FC236}">
                <a16:creationId xmlns:a16="http://schemas.microsoft.com/office/drawing/2014/main" id="{5214A903-97C7-4349-B8CE-1BBED1942E3B}"/>
              </a:ext>
            </a:extLst>
          </p:cNvPr>
          <p:cNvSpPr>
            <a:spLocks noGrp="1"/>
          </p:cNvSpPr>
          <p:nvPr>
            <p:ph type="pic" idx="1"/>
          </p:nvPr>
        </p:nvSpPr>
        <p:spPr>
          <a:xfrm>
            <a:off x="5524500" y="1143000"/>
            <a:ext cx="5486400" cy="4572000"/>
          </a:xfrm>
          <a:blipFill>
            <a:blip r:embed="rId2" cstate="screen">
              <a:alphaModFix amt="80000"/>
              <a:extLst>
                <a:ext uri="{28A0092B-C50C-407E-A947-70E740481C1C}">
                  <a14:useLocalDpi xmlns:a14="http://schemas.microsoft.com/office/drawing/2010/main"/>
                </a:ext>
              </a:extLst>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BF0A9F58-4AEB-4286-98F7-3C77AA913BE8}"/>
              </a:ext>
            </a:extLst>
          </p:cNvPr>
          <p:cNvSpPr>
            <a:spLocks noGrp="1"/>
          </p:cNvSpPr>
          <p:nvPr>
            <p:ph type="body" sz="half" idx="2"/>
          </p:nvPr>
        </p:nvSpPr>
        <p:spPr>
          <a:xfrm>
            <a:off x="1090940" y="2697480"/>
            <a:ext cx="3785860" cy="309342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1">
            <a:extLst>
              <a:ext uri="{FF2B5EF4-FFF2-40B4-BE49-F238E27FC236}">
                <a16:creationId xmlns:a16="http://schemas.microsoft.com/office/drawing/2014/main" id="{7ACF3C43-1676-4A29-83F9-D788ED2E71E9}"/>
              </a:ext>
            </a:extLst>
          </p:cNvPr>
          <p:cNvSpPr>
            <a:spLocks noGrp="1"/>
          </p:cNvSpPr>
          <p:nvPr>
            <p:ph type="title"/>
          </p:nvPr>
        </p:nvSpPr>
        <p:spPr>
          <a:xfrm>
            <a:off x="1090940" y="1097280"/>
            <a:ext cx="3785860" cy="1559740"/>
          </a:xfrm>
        </p:spPr>
        <p:txBody>
          <a:bodyPr anchor="t">
            <a:noAutofit/>
          </a:bodyPr>
          <a:lstStyle>
            <a:lvl1pPr>
              <a:defRPr sz="4000" cap="none" baseline="0"/>
            </a:lvl1pPr>
          </a:lstStyle>
          <a:p>
            <a:r>
              <a:rPr lang="en-US"/>
              <a:t>Click to edit Master title style</a:t>
            </a:r>
            <a:endParaRPr lang="en-US" dirty="0"/>
          </a:p>
        </p:txBody>
      </p:sp>
    </p:spTree>
    <p:extLst>
      <p:ext uri="{BB962C8B-B14F-4D97-AF65-F5344CB8AC3E}">
        <p14:creationId xmlns:p14="http://schemas.microsoft.com/office/powerpoint/2010/main" val="25815897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2ABAD28B-DD56-4B56-883A-96608C765E28}" type="datetimeFigureOut">
              <a:rPr lang="en-US" smtClean="0"/>
              <a:t>9/10/2025</a:t>
            </a:fld>
            <a:endParaRPr lang="en-US" dirty="0"/>
          </a:p>
        </p:txBody>
      </p:sp>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DF5BAF5-ABAB-4575-8E56-D109A3D17F9F}" type="slidenum">
              <a:rPr lang="en-US" smtClean="0"/>
              <a:t>‹#›</a:t>
            </a:fld>
            <a:endParaRPr lang="en-US" dirty="0"/>
          </a:p>
        </p:txBody>
      </p:sp>
      <p:sp>
        <p:nvSpPr>
          <p:cNvPr id="3" name="Vertical Text Placeholder 2">
            <a:extLst>
              <a:ext uri="{FF2B5EF4-FFF2-40B4-BE49-F238E27FC236}">
                <a16:creationId xmlns:a16="http://schemas.microsoft.com/office/drawing/2014/main" id="{3F26E227-253A-44A0-9404-1CFD8CE419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8DD6C900-05BC-4021-B69F-2DAF974B7EF6}"/>
              </a:ext>
            </a:extLst>
          </p:cNvPr>
          <p:cNvSpPr>
            <a:spLocks noGrp="1"/>
          </p:cNvSpPr>
          <p:nvPr>
            <p:ph type="title"/>
          </p:nvPr>
        </p:nvSpPr>
        <p:spPr/>
        <p:txBody>
          <a:bodyPr>
            <a:normAutofit/>
          </a:bodyPr>
          <a:lstStyle>
            <a:lvl1pPr>
              <a:defRPr sz="4000"/>
            </a:lvl1pPr>
          </a:lstStyle>
          <a:p>
            <a:r>
              <a:rPr lang="en-US" dirty="0"/>
              <a:t>Click to edit Master title style</a:t>
            </a:r>
          </a:p>
        </p:txBody>
      </p:sp>
    </p:spTree>
    <p:extLst>
      <p:ext uri="{BB962C8B-B14F-4D97-AF65-F5344CB8AC3E}">
        <p14:creationId xmlns:p14="http://schemas.microsoft.com/office/powerpoint/2010/main" val="219194136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Tx" preserve="1">
  <p:cSld name="Content with Caption 2">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12DB3EA1-DD0C-4B8D-8364-52024B4530F1}" type="datetime1">
              <a:rPr lang="en-US" smtClean="0"/>
              <a:t>9/10/2025</a:t>
            </a:fld>
            <a:endParaRPr lang="en-US" dirty="0"/>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1088136"/>
            <a:ext cx="6440258" cy="5220588"/>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1088136" y="2845641"/>
            <a:ext cx="3595634" cy="3458743"/>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1088136" y="1088136"/>
            <a:ext cx="3595634" cy="1757505"/>
          </a:xfrm>
        </p:spPr>
        <p:txBody>
          <a:bodyPr anchor="t">
            <a:norm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139200528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picTx" preserve="1">
  <p:cSld name="Picture with Caption 2">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3D157344-9CC7-412D-8C20-072BE86D5A11}" type="datetime1">
              <a:rPr lang="en-US" smtClean="0"/>
              <a:t>9/10/2025</a:t>
            </a:fld>
            <a:endParaRPr lang="en-US" dirty="0"/>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1088136"/>
            <a:ext cx="6519080" cy="5248655"/>
          </a:xfrm>
          <a:blipFill>
            <a:blip r:embed="rId2" cstate="screen">
              <a:alphaModFix amt="80000"/>
              <a:extLst>
                <a:ext uri="{28A0092B-C50C-407E-A947-70E740481C1C}">
                  <a14:useLocalDpi xmlns:a14="http://schemas.microsoft.com/office/drawing/2010/main"/>
                </a:ext>
              </a:extLst>
            </a:blip>
            <a:stretch>
              <a:fillRect/>
            </a:stretch>
          </a:blip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1088136" y="3300449"/>
            <a:ext cx="3585586" cy="296032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1088136" y="1088136"/>
            <a:ext cx="3595634" cy="2212313"/>
          </a:xfrm>
        </p:spPr>
        <p:txBody>
          <a:bodyPr anchor="t">
            <a:normAutofit/>
          </a:bodyPr>
          <a:lstStyle>
            <a:lvl1pPr>
              <a:defRPr sz="4000"/>
            </a:lvl1pPr>
          </a:lstStyle>
          <a:p>
            <a:r>
              <a:rPr lang="en-US"/>
              <a:t>Click to edit Master title style</a:t>
            </a:r>
            <a:endParaRPr lang="en-US" dirty="0"/>
          </a:p>
        </p:txBody>
      </p:sp>
    </p:spTree>
    <p:extLst>
      <p:ext uri="{BB962C8B-B14F-4D97-AF65-F5344CB8AC3E}">
        <p14:creationId xmlns:p14="http://schemas.microsoft.com/office/powerpoint/2010/main" val="330799537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157987AA-E4E6-4FC1-BAD8-09A952212C58}" type="datetime1">
              <a:rPr lang="en-US" smtClean="0"/>
              <a:t>9/10/2025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88136" y="2743200"/>
            <a:ext cx="10015728" cy="2743200"/>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7342307" cy="1133856"/>
          </a:xfrm>
        </p:spPr>
        <p:txBody>
          <a:bodyPr anchor="t" anchorCtr="0">
            <a:noAutofit/>
          </a:bodyPr>
          <a:lstStyle>
            <a:lvl1pPr>
              <a:defRPr sz="6000" cap="all" baseline="0"/>
            </a:lvl1pPr>
          </a:lstStyle>
          <a:p>
            <a:r>
              <a:rPr lang="en-US"/>
              <a:t>Click to edit Master title style</a:t>
            </a:r>
            <a:endParaRPr lang="en-US" dirty="0"/>
          </a:p>
        </p:txBody>
      </p:sp>
    </p:spTree>
    <p:extLst>
      <p:ext uri="{BB962C8B-B14F-4D97-AF65-F5344CB8AC3E}">
        <p14:creationId xmlns:p14="http://schemas.microsoft.com/office/powerpoint/2010/main" val="1222160190"/>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043CF65F-0E21-48DE-8D75-4BF66A547E8E}" type="datetime1">
              <a:rPr lang="en-US" smtClean="0"/>
              <a:t>9/10/2025</a:t>
            </a:fld>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1088136" y="3383280"/>
            <a:ext cx="8430639" cy="1279615"/>
          </a:xfrm>
        </p:spPr>
        <p:txBody>
          <a:bodyPr>
            <a:noAutofit/>
          </a:bodyPr>
          <a:lstStyle>
            <a:lvl1pPr marL="0" indent="0">
              <a:buNone/>
              <a:defRPr sz="2400"/>
            </a:lvl1pPr>
            <a:lvl2pPr marL="228600" indent="0">
              <a:buNone/>
              <a:defRPr sz="2000"/>
            </a:lvl2pPr>
            <a:lvl3pPr marL="457200" indent="0">
              <a:buNone/>
              <a:defRPr sz="1800"/>
            </a:lvl3pPr>
            <a:lvl4pPr marL="685800" indent="0">
              <a:buNone/>
              <a:defRPr sz="16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lvl1pPr>
          </a:lstStyle>
          <a:p>
            <a:r>
              <a:rPr lang="en-US"/>
              <a:t>Click to edit Master title style</a:t>
            </a:r>
            <a:endParaRPr lang="en-US" dirty="0"/>
          </a:p>
        </p:txBody>
      </p:sp>
    </p:spTree>
    <p:extLst>
      <p:ext uri="{BB962C8B-B14F-4D97-AF65-F5344CB8AC3E}">
        <p14:creationId xmlns:p14="http://schemas.microsoft.com/office/powerpoint/2010/main" val="286243243"/>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F418C15-991C-4C71-8DCD-DB3B3888831F}"/>
              </a:ext>
            </a:extLst>
          </p:cNvPr>
          <p:cNvSpPr>
            <a:spLocks noGrp="1"/>
          </p:cNvSpPr>
          <p:nvPr>
            <p:ph type="dt" sz="half" idx="10"/>
          </p:nvPr>
        </p:nvSpPr>
        <p:spPr/>
        <p:txBody>
          <a:bodyPr/>
          <a:lstStyle/>
          <a:p>
            <a:fld id="{2ABAD28B-DD56-4B56-883A-96608C765E28}" type="datetimeFigureOut">
              <a:rPr lang="en-US" smtClean="0"/>
              <a:t>9/10/2025</a:t>
            </a:fld>
            <a:endParaRPr lang="en-US" dirty="0"/>
          </a:p>
        </p:txBody>
      </p:sp>
      <p:sp>
        <p:nvSpPr>
          <p:cNvPr id="5" name="Footer Placeholder 4">
            <a:extLst>
              <a:ext uri="{FF2B5EF4-FFF2-40B4-BE49-F238E27FC236}">
                <a16:creationId xmlns:a16="http://schemas.microsoft.com/office/drawing/2014/main" id="{F7728CC3-5830-4EFA-B28E-1648904DE18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CDA91B6-E419-4483-9B66-3C758788BC48}"/>
              </a:ext>
            </a:extLst>
          </p:cNvPr>
          <p:cNvSpPr>
            <a:spLocks noGrp="1"/>
          </p:cNvSpPr>
          <p:nvPr>
            <p:ph type="sldNum" sz="quarter" idx="12"/>
          </p:nvPr>
        </p:nvSpPr>
        <p:spPr/>
        <p:txBody>
          <a:bodyPr/>
          <a:lstStyle/>
          <a:p>
            <a:fld id="{7DF5BAF5-ABAB-4575-8E56-D109A3D17F9F}" type="slidenum">
              <a:rPr lang="en-US" smtClean="0"/>
              <a:t>‹#›</a:t>
            </a:fld>
            <a:endParaRPr lang="en-US" dirty="0"/>
          </a:p>
        </p:txBody>
      </p:sp>
      <p:cxnSp>
        <p:nvCxnSpPr>
          <p:cNvPr id="7" name="Straight Connector 6">
            <a:extLst>
              <a:ext uri="{FF2B5EF4-FFF2-40B4-BE49-F238E27FC236}">
                <a16:creationId xmlns:a16="http://schemas.microsoft.com/office/drawing/2014/main" id="{DE447C6A-78C3-4687-9A71-A05DBF6700DE}"/>
              </a:ext>
            </a:extLst>
          </p:cNvPr>
          <p:cNvCxnSpPr>
            <a:cxnSpLocks/>
          </p:cNvCxnSpPr>
          <p:nvPr/>
        </p:nvCxnSpPr>
        <p:spPr>
          <a:xfrm>
            <a:off x="11387805" y="1185205"/>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Vertical Text Placeholder 2">
            <a:extLst>
              <a:ext uri="{FF2B5EF4-FFF2-40B4-BE49-F238E27FC236}">
                <a16:creationId xmlns:a16="http://schemas.microsoft.com/office/drawing/2014/main" id="{C2FDB721-04AA-4330-8045-3F2D9BB4BC66}"/>
              </a:ext>
            </a:extLst>
          </p:cNvPr>
          <p:cNvSpPr>
            <a:spLocks noGrp="1"/>
          </p:cNvSpPr>
          <p:nvPr>
            <p:ph type="body" orient="vert" idx="1"/>
          </p:nvPr>
        </p:nvSpPr>
        <p:spPr>
          <a:xfrm>
            <a:off x="838200" y="1091381"/>
            <a:ext cx="8265340" cy="495336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Vertical Title 1">
            <a:extLst>
              <a:ext uri="{FF2B5EF4-FFF2-40B4-BE49-F238E27FC236}">
                <a16:creationId xmlns:a16="http://schemas.microsoft.com/office/drawing/2014/main" id="{E82CF945-D70F-49C1-8CE5-5758C1166014}"/>
              </a:ext>
            </a:extLst>
          </p:cNvPr>
          <p:cNvSpPr>
            <a:spLocks noGrp="1"/>
          </p:cNvSpPr>
          <p:nvPr>
            <p:ph type="title" orient="vert"/>
          </p:nvPr>
        </p:nvSpPr>
        <p:spPr>
          <a:xfrm>
            <a:off x="9182100" y="1091381"/>
            <a:ext cx="2171700" cy="4953369"/>
          </a:xfrm>
        </p:spPr>
        <p:txBody>
          <a:bodyPr vert="eaVert"/>
          <a:lstStyle/>
          <a:p>
            <a:r>
              <a:rPr lang="en-US"/>
              <a:t>Click to edit Master title style</a:t>
            </a:r>
            <a:endParaRPr lang="en-US" dirty="0"/>
          </a:p>
        </p:txBody>
      </p:sp>
    </p:spTree>
    <p:extLst>
      <p:ext uri="{BB962C8B-B14F-4D97-AF65-F5344CB8AC3E}">
        <p14:creationId xmlns:p14="http://schemas.microsoft.com/office/powerpoint/2010/main" val="373623194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3D8F5E9F-8F61-B124-73DA-520132A330BD}"/>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129422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447778"/>
            <a:ext cx="9922764" cy="383872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7315200" y="6389688"/>
            <a:ext cx="3695302" cy="365125"/>
          </a:xfrm>
          <a:prstGeom prst="rect">
            <a:avLst/>
          </a:prstGeom>
        </p:spPr>
        <p:txBody>
          <a:bodyPr vert="horz" lIns="91440" tIns="45720" rIns="91440" bIns="45720" rtlCol="0" anchor="ctr"/>
          <a:lstStyle>
            <a:lvl1pPr algn="l">
              <a:defRPr sz="900">
                <a:solidFill>
                  <a:schemeClr val="tx1"/>
                </a:solidFill>
              </a:defRPr>
            </a:lvl1pPr>
          </a:lstStyle>
          <a:p>
            <a:fld id="{2ABAD28B-DD56-4B56-883A-96608C765E28}" type="datetimeFigureOut">
              <a:rPr lang="en-US" smtClean="0"/>
              <a:t>9/10/2025</a:t>
            </a:fld>
            <a:endParaRPr lang="en-US" dirty="0"/>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90940" y="6389688"/>
            <a:ext cx="443356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983190" y="6389688"/>
            <a:ext cx="940296" cy="365125"/>
          </a:xfrm>
          <a:prstGeom prst="rect">
            <a:avLst/>
          </a:prstGeom>
        </p:spPr>
        <p:txBody>
          <a:bodyPr vert="horz" lIns="91440" tIns="45720" rIns="91440" bIns="45720" rtlCol="0" anchor="ctr"/>
          <a:lstStyle>
            <a:lvl1pPr algn="r">
              <a:defRPr sz="900">
                <a:solidFill>
                  <a:schemeClr val="tx1"/>
                </a:solidFill>
              </a:defRPr>
            </a:lvl1pPr>
          </a:lstStyle>
          <a:p>
            <a:fld id="{7DF5BAF5-ABAB-4575-8E56-D109A3D17F9F}" type="slidenum">
              <a:rPr lang="en-US" smtClean="0"/>
              <a:t>‹#›</a:t>
            </a:fld>
            <a:endParaRPr lang="en-US" dirty="0"/>
          </a:p>
        </p:txBody>
      </p:sp>
      <p:cxnSp>
        <p:nvCxnSpPr>
          <p:cNvPr id="8" name="Straight Connector 7">
            <a:extLst>
              <a:ext uri="{FF2B5EF4-FFF2-40B4-BE49-F238E27FC236}">
                <a16:creationId xmlns:a16="http://schemas.microsoft.com/office/drawing/2014/main" id="{886F9819-4359-CBB9-DECC-CB141827F38B}"/>
              </a:ext>
              <a:ext uri="{C183D7F6-B498-43B3-948B-1728B52AA6E4}">
                <adec:decorative xmlns:adec="http://schemas.microsoft.com/office/drawing/2017/decorative" val="1"/>
              </a:ext>
            </a:extLst>
          </p:cNvPr>
          <p:cNvCxnSpPr>
            <a:cxnSpLocks/>
          </p:cNvCxnSpPr>
          <p:nvPr userDrawn="1"/>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59463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Lst>
  <p:txStyles>
    <p:titleStyle>
      <a:lvl1pPr algn="l" defTabSz="914400" rtl="0" eaLnBrk="1" latinLnBrk="0" hangingPunct="1">
        <a:lnSpc>
          <a:spcPct val="85000"/>
        </a:lnSpc>
        <a:spcBef>
          <a:spcPct val="0"/>
        </a:spcBef>
        <a:buNone/>
        <a:defRPr sz="4400" b="1" kern="1200" cap="none"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1000"/>
        </a:spcBef>
        <a:buFont typeface="Neue Haas Grotesk Text Pro" panose="020B05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3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30000"/>
        </a:lnSpc>
        <a:spcBef>
          <a:spcPts val="50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30000"/>
        </a:lnSpc>
        <a:spcBef>
          <a:spcPts val="500"/>
        </a:spcBef>
        <a:buFont typeface="Neue Haas Grotesk Text Pro" panose="020B05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os="360">
          <p15:clr>
            <a:srgbClr val="F26B43"/>
          </p15:clr>
        </p15:guide>
        <p15:guide id="8" pos="6936">
          <p15:clr>
            <a:srgbClr val="F26B43"/>
          </p15:clr>
        </p15:guide>
        <p15:guide id="10" orient="horz" pos="720">
          <p15:clr>
            <a:srgbClr val="F26B43"/>
          </p15:clr>
        </p15:guide>
        <p15:guide id="14" pos="6528">
          <p15:clr>
            <a:srgbClr val="F26B43"/>
          </p15:clr>
        </p15:guide>
        <p15:guide id="22" orient="horz" pos="3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3.xml"/><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5.xml"/><Relationship Id="rId1" Type="http://schemas.openxmlformats.org/officeDocument/2006/relationships/slideLayout" Target="../slideLayouts/slideLayout3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7.xml"/><Relationship Id="rId1" Type="http://schemas.openxmlformats.org/officeDocument/2006/relationships/slideLayout" Target="../slideLayouts/slideLayout3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068D5DAD-D947-6983-9A4B-9162DD2CCFF1}"/>
              </a:ext>
            </a:extLst>
          </p:cNvPr>
          <p:cNvSpPr>
            <a:spLocks noGrp="1"/>
          </p:cNvSpPr>
          <p:nvPr>
            <p:ph type="subTitle" idx="1"/>
          </p:nvPr>
        </p:nvSpPr>
        <p:spPr>
          <a:xfrm>
            <a:off x="1088136" y="4754880"/>
            <a:ext cx="6655522" cy="1545336"/>
          </a:xfrm>
        </p:spPr>
        <p:txBody>
          <a:bodyPr anchor="b">
            <a:normAutofit/>
          </a:bodyPr>
          <a:lstStyle/>
          <a:p>
            <a:r>
              <a:rPr lang="en-US"/>
              <a:t>Analyzing retirement income options for financial security</a:t>
            </a:r>
          </a:p>
        </p:txBody>
      </p:sp>
      <p:sp>
        <p:nvSpPr>
          <p:cNvPr id="3" name="Title 2">
            <a:extLst>
              <a:ext uri="{FF2B5EF4-FFF2-40B4-BE49-F238E27FC236}">
                <a16:creationId xmlns:a16="http://schemas.microsoft.com/office/drawing/2014/main" id="{A78AD08E-2F3A-C745-CDAE-0DF1263AC142}"/>
              </a:ext>
            </a:extLst>
          </p:cNvPr>
          <p:cNvSpPr>
            <a:spLocks noGrp="1"/>
          </p:cNvSpPr>
          <p:nvPr>
            <p:ph type="ctrTitle"/>
          </p:nvPr>
        </p:nvSpPr>
        <p:spPr>
          <a:xfrm>
            <a:off x="1088136" y="1088136"/>
            <a:ext cx="7478991" cy="3635797"/>
          </a:xfrm>
        </p:spPr>
        <p:txBody>
          <a:bodyPr anchor="t">
            <a:normAutofit/>
          </a:bodyPr>
          <a:lstStyle/>
          <a:p>
            <a:r>
              <a:rPr lang="en-US"/>
              <a:t>FIA vs 401(k) Retirement Income Comparison</a:t>
            </a:r>
          </a:p>
        </p:txBody>
      </p:sp>
    </p:spTree>
    <p:extLst>
      <p:ext uri="{BB962C8B-B14F-4D97-AF65-F5344CB8AC3E}">
        <p14:creationId xmlns:p14="http://schemas.microsoft.com/office/powerpoint/2010/main" val="1289661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42" presetClass="entr" presetSubtype="0" fill="hold" grpId="1" nodeType="withEffect">
                                  <p:stCondLst>
                                    <p:cond delay="250"/>
                                  </p:stCondLst>
                                  <p:iterate type="wd">
                                    <p:tmPct val="10000"/>
                                  </p:iterate>
                                  <p:childTnLst>
                                    <p:set>
                                      <p:cBhvr>
                                        <p:cTn id="12" dur="1" fill="hold">
                                          <p:stCondLst>
                                            <p:cond delay="0"/>
                                          </p:stCondLst>
                                        </p:cTn>
                                        <p:tgtEl>
                                          <p:spTgt spid="2"/>
                                        </p:tgtEl>
                                        <p:attrNameLst>
                                          <p:attrName>style.visibility</p:attrName>
                                        </p:attrNameLst>
                                      </p:cBhvr>
                                      <p:to>
                                        <p:strVal val="visible"/>
                                      </p:to>
                                    </p:set>
                                    <p:animEffect transition="in" filter="fade">
                                      <p:cBhvr>
                                        <p:cTn id="13" dur="250"/>
                                        <p:tgtEl>
                                          <p:spTgt spid="2"/>
                                        </p:tgtEl>
                                      </p:cBhvr>
                                    </p:animEffect>
                                    <p:anim calcmode="lin" valueType="num">
                                      <p:cBhvr>
                                        <p:cTn id="14" dur="250" fill="hold"/>
                                        <p:tgtEl>
                                          <p:spTgt spid="2"/>
                                        </p:tgtEl>
                                        <p:attrNameLst>
                                          <p:attrName>ppt_x</p:attrName>
                                        </p:attrNameLst>
                                      </p:cBhvr>
                                      <p:tavLst>
                                        <p:tav tm="0">
                                          <p:val>
                                            <p:strVal val="#ppt_x"/>
                                          </p:val>
                                        </p:tav>
                                        <p:tav tm="100000">
                                          <p:val>
                                            <p:strVal val="#ppt_x"/>
                                          </p:val>
                                        </p:tav>
                                      </p:tavLst>
                                    </p:anim>
                                    <p:anim calcmode="lin" valueType="num">
                                      <p:cBhvr>
                                        <p:cTn id="15" dur="25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2" grpId="1"/>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id="{CDB713D0-FF7A-89B4-9C55-1147142EDEF0}"/>
              </a:ext>
            </a:extLst>
          </p:cNvPr>
          <p:cNvSpPr>
            <a:spLocks noGrp="1"/>
          </p:cNvSpPr>
          <p:nvPr>
            <p:ph type="subTitle" idx="1"/>
          </p:nvPr>
        </p:nvSpPr>
        <p:spPr>
          <a:xfrm>
            <a:off x="1088136" y="1014984"/>
            <a:ext cx="7772400" cy="594360"/>
          </a:xfrm>
        </p:spPr>
        <p:txBody>
          <a:bodyPr/>
          <a:lstStyle/>
          <a:p>
            <a:endParaRPr lang="en-US"/>
          </a:p>
        </p:txBody>
      </p:sp>
      <p:sp>
        <p:nvSpPr>
          <p:cNvPr id="3" name="Title 2">
            <a:extLst>
              <a:ext uri="{FF2B5EF4-FFF2-40B4-BE49-F238E27FC236}">
                <a16:creationId xmlns:a16="http://schemas.microsoft.com/office/drawing/2014/main" id="{159958FD-19EE-48BE-A820-634348A41E33}"/>
              </a:ext>
            </a:extLst>
          </p:cNvPr>
          <p:cNvSpPr>
            <a:spLocks noGrp="1"/>
          </p:cNvSpPr>
          <p:nvPr>
            <p:ph type="ctrTitle"/>
          </p:nvPr>
        </p:nvSpPr>
        <p:spPr>
          <a:xfrm>
            <a:off x="1088136" y="1664208"/>
            <a:ext cx="10570464" cy="4626864"/>
          </a:xfrm>
        </p:spPr>
        <p:txBody>
          <a:bodyPr anchor="b">
            <a:normAutofit/>
          </a:bodyPr>
          <a:lstStyle/>
          <a:p>
            <a:r>
              <a:rPr lang="en-US"/>
              <a:t>Scenario Overview</a:t>
            </a:r>
          </a:p>
        </p:txBody>
      </p:sp>
    </p:spTree>
    <p:extLst>
      <p:ext uri="{BB962C8B-B14F-4D97-AF65-F5344CB8AC3E}">
        <p14:creationId xmlns:p14="http://schemas.microsoft.com/office/powerpoint/2010/main" val="41716482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Plant growing from coins jar.">
            <a:extLst>
              <a:ext uri="{FF2B5EF4-FFF2-40B4-BE49-F238E27FC236}">
                <a16:creationId xmlns:a16="http://schemas.microsoft.com/office/drawing/2014/main" id="{64ADD40A-47F9-4512-A68C-0954D4D6F908}"/>
              </a:ext>
            </a:extLst>
          </p:cNvPr>
          <p:cNvPicPr>
            <a:picLocks noGrp="1" noChangeAspect="1"/>
          </p:cNvPicPr>
          <p:nvPr>
            <p:ph type="pic" sz="quarter" idx="13"/>
          </p:nvPr>
        </p:nvPicPr>
        <p:blipFill>
          <a:blip r:embed="rId3"/>
          <a:srcRect l="17099" r="5730" b="-2"/>
          <a:stretch>
            <a:fillRect/>
          </a:stretch>
        </p:blipFill>
        <p:spPr>
          <a:xfrm>
            <a:off x="1088136" y="2290890"/>
            <a:ext cx="4672584" cy="4041648"/>
          </a:xfrm>
          <a:prstGeom prst="rect">
            <a:avLst/>
          </a:prstGeom>
          <a:noFill/>
        </p:spPr>
      </p:pic>
      <p:sp>
        <p:nvSpPr>
          <p:cNvPr id="3" name="Content Placeholder 2">
            <a:extLst>
              <a:ext uri="{FF2B5EF4-FFF2-40B4-BE49-F238E27FC236}">
                <a16:creationId xmlns:a16="http://schemas.microsoft.com/office/drawing/2014/main" id="{DA066D71-C5F7-CA5C-3A93-4AD6D2D10AC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549275"/>
            <a:ext cx="5585925" cy="5783263"/>
          </a:xfrm>
        </p:spPr>
        <p:txBody>
          <a:bodyPr>
            <a:normAutofit/>
          </a:bodyPr>
          <a:lstStyle/>
          <a:p>
            <a:pPr marL="0" indent="0">
              <a:spcBef>
                <a:spcPts val="2500"/>
              </a:spcBef>
              <a:buFont typeface="Arial" panose="020B0604020202020204" pitchFamily="34" charset="0"/>
              <a:buNone/>
            </a:pPr>
            <a:r>
              <a:rPr lang="en-US" sz="1400" b="1"/>
              <a:t>Investment Overview</a:t>
            </a:r>
          </a:p>
          <a:p>
            <a:pPr marL="0" lvl="1" indent="0">
              <a:buFont typeface="Arial" panose="020B0604020202020204" pitchFamily="34" charset="0"/>
              <a:buNone/>
            </a:pPr>
            <a:r>
              <a:rPr lang="en-US" sz="1400"/>
              <a:t>A $700,000 investment is planned by an individual aged 55 to begin payouts at age 60.</a:t>
            </a:r>
          </a:p>
          <a:p>
            <a:pPr marL="0" indent="0">
              <a:spcBef>
                <a:spcPts val="2500"/>
              </a:spcBef>
              <a:buFont typeface="Arial" panose="020B0604020202020204" pitchFamily="34" charset="0"/>
              <a:buNone/>
            </a:pPr>
            <a:r>
              <a:rPr lang="en-US" sz="1400" b="1"/>
              <a:t>Fixed Indexed Annuity Option</a:t>
            </a:r>
          </a:p>
          <a:p>
            <a:pPr marL="0" lvl="1" indent="0">
              <a:buFont typeface="Arial" panose="020B0604020202020204" pitchFamily="34" charset="0"/>
              <a:buNone/>
            </a:pPr>
            <a:r>
              <a:rPr lang="en-US" sz="1400"/>
              <a:t>FIA offers a 3% annual inflation protection rider ensuring payouts keep pace with inflation.</a:t>
            </a:r>
          </a:p>
          <a:p>
            <a:pPr marL="0" indent="0">
              <a:spcBef>
                <a:spcPts val="2500"/>
              </a:spcBef>
              <a:buFont typeface="Arial" panose="020B0604020202020204" pitchFamily="34" charset="0"/>
              <a:buNone/>
            </a:pPr>
            <a:r>
              <a:rPr lang="en-US" sz="1400" b="1"/>
              <a:t>401(k) Account Option</a:t>
            </a:r>
          </a:p>
          <a:p>
            <a:pPr marL="0" lvl="1" indent="0">
              <a:buFont typeface="Arial" panose="020B0604020202020204" pitchFamily="34" charset="0"/>
              <a:buNone/>
            </a:pPr>
            <a:r>
              <a:rPr lang="en-US" sz="1400"/>
              <a:t>Traditional 401(k) assumes 6% growth and 4% withdrawal starting at retirement age 60.</a:t>
            </a:r>
          </a:p>
          <a:p>
            <a:pPr marL="0" indent="0">
              <a:spcBef>
                <a:spcPts val="2500"/>
              </a:spcBef>
              <a:buFont typeface="Arial" panose="020B0604020202020204" pitchFamily="34" charset="0"/>
              <a:buNone/>
            </a:pPr>
            <a:r>
              <a:rPr lang="en-US" sz="1400" b="1"/>
              <a:t>Retirement Income Analysis</a:t>
            </a:r>
          </a:p>
          <a:p>
            <a:pPr marL="0" lvl="1" indent="0">
              <a:buFont typeface="Arial" panose="020B0604020202020204" pitchFamily="34" charset="0"/>
              <a:buNone/>
            </a:pPr>
            <a:r>
              <a:rPr lang="en-US" sz="1400"/>
              <a:t>Analysis spans ages 60 to 90 comparing cumulative income and account balances over time.</a:t>
            </a:r>
          </a:p>
        </p:txBody>
      </p:sp>
      <p:sp>
        <p:nvSpPr>
          <p:cNvPr id="4" name="Title 3">
            <a:extLst>
              <a:ext uri="{FF2B5EF4-FFF2-40B4-BE49-F238E27FC236}">
                <a16:creationId xmlns:a16="http://schemas.microsoft.com/office/drawing/2014/main" id="{CAB5FC13-545C-0042-6495-1A7D8B27FCEE}"/>
              </a:ext>
            </a:extLst>
          </p:cNvPr>
          <p:cNvSpPr>
            <a:spLocks noGrp="1"/>
          </p:cNvSpPr>
          <p:nvPr>
            <p:ph type="title"/>
          </p:nvPr>
        </p:nvSpPr>
        <p:spPr>
          <a:xfrm>
            <a:off x="1088136" y="548639"/>
            <a:ext cx="4672584" cy="1453896"/>
          </a:xfrm>
        </p:spPr>
        <p:txBody>
          <a:bodyPr anchor="t">
            <a:normAutofit/>
          </a:bodyPr>
          <a:lstStyle/>
          <a:p>
            <a:r>
              <a:rPr lang="en-US" sz="3400"/>
              <a:t>Investment and Retirement Parameters</a:t>
            </a:r>
          </a:p>
        </p:txBody>
      </p:sp>
    </p:spTree>
    <p:extLst>
      <p:ext uri="{BB962C8B-B14F-4D97-AF65-F5344CB8AC3E}">
        <p14:creationId xmlns:p14="http://schemas.microsoft.com/office/powerpoint/2010/main" val="28210063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id="{07917BF8-62AF-B2C0-3395-45B307974F6A}"/>
              </a:ext>
            </a:extLst>
          </p:cNvPr>
          <p:cNvSpPr>
            <a:spLocks noGrp="1"/>
          </p:cNvSpPr>
          <p:nvPr>
            <p:ph type="subTitle" idx="1"/>
          </p:nvPr>
        </p:nvSpPr>
        <p:spPr>
          <a:xfrm>
            <a:off x="1088136" y="1014984"/>
            <a:ext cx="7772400" cy="594360"/>
          </a:xfrm>
        </p:spPr>
        <p:txBody>
          <a:bodyPr/>
          <a:lstStyle/>
          <a:p>
            <a:endParaRPr lang="en-US"/>
          </a:p>
        </p:txBody>
      </p:sp>
      <p:sp>
        <p:nvSpPr>
          <p:cNvPr id="3" name="Title 2">
            <a:extLst>
              <a:ext uri="{FF2B5EF4-FFF2-40B4-BE49-F238E27FC236}">
                <a16:creationId xmlns:a16="http://schemas.microsoft.com/office/drawing/2014/main" id="{703991EA-CBF1-BA68-739A-F55D82DBF4E8}"/>
              </a:ext>
            </a:extLst>
          </p:cNvPr>
          <p:cNvSpPr>
            <a:spLocks noGrp="1"/>
          </p:cNvSpPr>
          <p:nvPr>
            <p:ph type="ctrTitle"/>
          </p:nvPr>
        </p:nvSpPr>
        <p:spPr>
          <a:xfrm>
            <a:off x="1088136" y="1664208"/>
            <a:ext cx="10570464" cy="4626864"/>
          </a:xfrm>
        </p:spPr>
        <p:txBody>
          <a:bodyPr anchor="b">
            <a:normAutofit/>
          </a:bodyPr>
          <a:lstStyle/>
          <a:p>
            <a:r>
              <a:rPr lang="en-US"/>
              <a:t>Cumulative Income Comparison</a:t>
            </a:r>
          </a:p>
        </p:txBody>
      </p:sp>
    </p:spTree>
    <p:extLst>
      <p:ext uri="{BB962C8B-B14F-4D97-AF65-F5344CB8AC3E}">
        <p14:creationId xmlns:p14="http://schemas.microsoft.com/office/powerpoint/2010/main" val="5830427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halk board">
            <a:extLst>
              <a:ext uri="{FF2B5EF4-FFF2-40B4-BE49-F238E27FC236}">
                <a16:creationId xmlns:a16="http://schemas.microsoft.com/office/drawing/2014/main" id="{5C49B9AE-624C-4C76-9292-36C44C5CD7FA}"/>
              </a:ext>
            </a:extLst>
          </p:cNvPr>
          <p:cNvPicPr>
            <a:picLocks noGrp="1" noChangeAspect="1"/>
          </p:cNvPicPr>
          <p:nvPr>
            <p:ph type="pic" sz="quarter" idx="13"/>
          </p:nvPr>
        </p:nvPicPr>
        <p:blipFill>
          <a:blip r:embed="rId3"/>
          <a:srcRect l="15018" r="14123" b="-2"/>
          <a:stretch>
            <a:fillRect/>
          </a:stretch>
        </p:blipFill>
        <p:spPr>
          <a:xfrm>
            <a:off x="20" y="10"/>
            <a:ext cx="6611489" cy="6857990"/>
          </a:xfrm>
          <a:prstGeom prst="rect">
            <a:avLst/>
          </a:prstGeom>
          <a:noFill/>
        </p:spPr>
      </p:pic>
      <p:sp>
        <p:nvSpPr>
          <p:cNvPr id="3" name="Content Placeholder 2">
            <a:extLst>
              <a:ext uri="{FF2B5EF4-FFF2-40B4-BE49-F238E27FC236}">
                <a16:creationId xmlns:a16="http://schemas.microsoft.com/office/drawing/2014/main" id="{933895F1-15E2-EF22-D4E7-16FC5083C97E}"/>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80" y="2212975"/>
            <a:ext cx="4362450" cy="4095750"/>
          </a:xfrm>
        </p:spPr>
        <p:txBody>
          <a:bodyPr>
            <a:normAutofit/>
          </a:bodyPr>
          <a:lstStyle/>
          <a:p>
            <a:pPr marL="0" indent="0">
              <a:spcBef>
                <a:spcPts val="2500"/>
              </a:spcBef>
              <a:buFont typeface="Arial" panose="020B0604020202020204" pitchFamily="34" charset="0"/>
              <a:buNone/>
            </a:pPr>
            <a:r>
              <a:rPr lang="en-US" sz="1400" b="1"/>
              <a:t>FIA Income Growth</a:t>
            </a:r>
          </a:p>
          <a:p>
            <a:pPr marL="0" lvl="1" indent="0">
              <a:buFont typeface="Arial" panose="020B0604020202020204" pitchFamily="34" charset="0"/>
              <a:buNone/>
            </a:pPr>
            <a:r>
              <a:rPr lang="en-US" sz="1400"/>
              <a:t>FIA starts with lower payouts but increases annually by 3% due to inflation protection.</a:t>
            </a:r>
          </a:p>
          <a:p>
            <a:pPr marL="0" indent="0">
              <a:spcBef>
                <a:spcPts val="2500"/>
              </a:spcBef>
              <a:buFont typeface="Arial" panose="020B0604020202020204" pitchFamily="34" charset="0"/>
              <a:buNone/>
            </a:pPr>
            <a:r>
              <a:rPr lang="en-US" sz="1400" b="1"/>
              <a:t>401(k) Withdrawal Pattern</a:t>
            </a:r>
          </a:p>
          <a:p>
            <a:pPr marL="0" lvl="1" indent="0">
              <a:buFont typeface="Arial" panose="020B0604020202020204" pitchFamily="34" charset="0"/>
              <a:buNone/>
            </a:pPr>
            <a:r>
              <a:rPr lang="en-US" sz="1400"/>
              <a:t>401(k) begins with higher withdrawals but remains relatively flat over time.</a:t>
            </a:r>
          </a:p>
          <a:p>
            <a:pPr marL="0" indent="0">
              <a:spcBef>
                <a:spcPts val="2500"/>
              </a:spcBef>
              <a:buFont typeface="Arial" panose="020B0604020202020204" pitchFamily="34" charset="0"/>
              <a:buNone/>
            </a:pPr>
            <a:r>
              <a:rPr lang="en-US" sz="1400" b="1"/>
              <a:t>Long-term Income Comparison</a:t>
            </a:r>
          </a:p>
          <a:p>
            <a:pPr marL="0" lvl="1" indent="0">
              <a:buFont typeface="Arial" panose="020B0604020202020204" pitchFamily="34" charset="0"/>
              <a:buNone/>
            </a:pPr>
            <a:r>
              <a:rPr lang="en-US" sz="1400"/>
              <a:t>FIA surpasses 401(k) in cumulative income in later retirement years due to inflation adjustments.</a:t>
            </a:r>
          </a:p>
        </p:txBody>
      </p:sp>
      <p:sp>
        <p:nvSpPr>
          <p:cNvPr id="4" name="Title 3">
            <a:extLst>
              <a:ext uri="{FF2B5EF4-FFF2-40B4-BE49-F238E27FC236}">
                <a16:creationId xmlns:a16="http://schemas.microsoft.com/office/drawing/2014/main" id="{0344820D-89C6-62B4-D3F1-782C77D6451E}"/>
              </a:ext>
            </a:extLst>
          </p:cNvPr>
          <p:cNvSpPr>
            <a:spLocks noGrp="1"/>
          </p:cNvSpPr>
          <p:nvPr>
            <p:ph type="title"/>
          </p:nvPr>
        </p:nvSpPr>
        <p:spPr>
          <a:xfrm>
            <a:off x="7040880" y="584339"/>
            <a:ext cx="4297680" cy="1527048"/>
          </a:xfrm>
        </p:spPr>
        <p:txBody>
          <a:bodyPr anchor="t">
            <a:normAutofit/>
          </a:bodyPr>
          <a:lstStyle/>
          <a:p>
            <a:r>
              <a:rPr lang="en-US" sz="3400"/>
              <a:t>Income Growth and Total Payouts</a:t>
            </a:r>
          </a:p>
        </p:txBody>
      </p:sp>
    </p:spTree>
    <p:extLst>
      <p:ext uri="{BB962C8B-B14F-4D97-AF65-F5344CB8AC3E}">
        <p14:creationId xmlns:p14="http://schemas.microsoft.com/office/powerpoint/2010/main" val="34518155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id="{B19B6E93-BC81-A061-589F-D2794D66A39E}"/>
              </a:ext>
            </a:extLst>
          </p:cNvPr>
          <p:cNvSpPr>
            <a:spLocks noGrp="1"/>
          </p:cNvSpPr>
          <p:nvPr>
            <p:ph type="subTitle" idx="1"/>
          </p:nvPr>
        </p:nvSpPr>
        <p:spPr>
          <a:xfrm>
            <a:off x="1088136" y="1014984"/>
            <a:ext cx="7772400" cy="594360"/>
          </a:xfrm>
        </p:spPr>
        <p:txBody>
          <a:bodyPr/>
          <a:lstStyle/>
          <a:p>
            <a:endParaRPr lang="en-US"/>
          </a:p>
        </p:txBody>
      </p:sp>
      <p:sp>
        <p:nvSpPr>
          <p:cNvPr id="3" name="Title 2">
            <a:extLst>
              <a:ext uri="{FF2B5EF4-FFF2-40B4-BE49-F238E27FC236}">
                <a16:creationId xmlns:a16="http://schemas.microsoft.com/office/drawing/2014/main" id="{6B073B5A-9293-FF33-4AA1-3725BFD21AFD}"/>
              </a:ext>
            </a:extLst>
          </p:cNvPr>
          <p:cNvSpPr>
            <a:spLocks noGrp="1"/>
          </p:cNvSpPr>
          <p:nvPr>
            <p:ph type="ctrTitle"/>
          </p:nvPr>
        </p:nvSpPr>
        <p:spPr>
          <a:xfrm>
            <a:off x="1088136" y="1664208"/>
            <a:ext cx="10570464" cy="4626864"/>
          </a:xfrm>
        </p:spPr>
        <p:txBody>
          <a:bodyPr anchor="b">
            <a:normAutofit/>
          </a:bodyPr>
          <a:lstStyle/>
          <a:p>
            <a:r>
              <a:rPr lang="en-US"/>
              <a:t>401(k) Remaining Balance</a:t>
            </a:r>
          </a:p>
        </p:txBody>
      </p:sp>
    </p:spTree>
    <p:extLst>
      <p:ext uri="{BB962C8B-B14F-4D97-AF65-F5344CB8AC3E}">
        <p14:creationId xmlns:p14="http://schemas.microsoft.com/office/powerpoint/2010/main" val="4670079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Shot of a businessman holding on to a bunch of cryptocurrency balloons on top of a graph against a white background">
            <a:extLst>
              <a:ext uri="{FF2B5EF4-FFF2-40B4-BE49-F238E27FC236}">
                <a16:creationId xmlns:a16="http://schemas.microsoft.com/office/drawing/2014/main" id="{CB12603C-D4C9-48F4-8853-7E9BB417FAE6}"/>
              </a:ext>
            </a:extLst>
          </p:cNvPr>
          <p:cNvPicPr>
            <a:picLocks noGrp="1" noChangeAspect="1"/>
          </p:cNvPicPr>
          <p:nvPr>
            <p:ph type="pic" sz="quarter" idx="13"/>
          </p:nvPr>
        </p:nvPicPr>
        <p:blipFill>
          <a:blip r:embed="rId3"/>
          <a:srcRect l="43226" r="5506" b="-1"/>
          <a:stretch>
            <a:fillRect/>
          </a:stretch>
        </p:blipFill>
        <p:spPr>
          <a:xfrm>
            <a:off x="8091732" y="10"/>
            <a:ext cx="4100267" cy="6857990"/>
          </a:xfrm>
          <a:prstGeom prst="rect">
            <a:avLst/>
          </a:prstGeom>
          <a:noFill/>
        </p:spPr>
      </p:pic>
      <p:sp>
        <p:nvSpPr>
          <p:cNvPr id="3" name="Content Placeholder 2">
            <a:extLst>
              <a:ext uri="{FF2B5EF4-FFF2-40B4-BE49-F238E27FC236}">
                <a16:creationId xmlns:a16="http://schemas.microsoft.com/office/drawing/2014/main" id="{22C2ED15-2320-43CA-CCBC-529E400744A0}"/>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1088136" y="1554480"/>
            <a:ext cx="6400800" cy="4754880"/>
          </a:xfrm>
        </p:spPr>
        <p:txBody>
          <a:bodyPr>
            <a:normAutofit/>
          </a:bodyPr>
          <a:lstStyle/>
          <a:p>
            <a:pPr marL="0" indent="0">
              <a:spcBef>
                <a:spcPts val="2500"/>
              </a:spcBef>
              <a:buFont typeface="Arial" panose="020B0604020202020204" pitchFamily="34" charset="0"/>
              <a:buNone/>
            </a:pPr>
            <a:r>
              <a:rPr lang="en-US" sz="1400" b="1"/>
              <a:t>401(k) Account Growth</a:t>
            </a:r>
          </a:p>
          <a:p>
            <a:pPr marL="0" lvl="1" indent="0">
              <a:buFont typeface="Arial" panose="020B0604020202020204" pitchFamily="34" charset="0"/>
              <a:buNone/>
            </a:pPr>
            <a:r>
              <a:rPr lang="en-US" sz="1400"/>
              <a:t>401(k) accounts grow at an assumed 6% annual return even with yearly withdrawals, ensuring balance longevity.</a:t>
            </a:r>
          </a:p>
          <a:p>
            <a:pPr marL="0" indent="0">
              <a:spcBef>
                <a:spcPts val="2500"/>
              </a:spcBef>
              <a:buFont typeface="Arial" panose="020B0604020202020204" pitchFamily="34" charset="0"/>
              <a:buNone/>
            </a:pPr>
            <a:r>
              <a:rPr lang="en-US" sz="1400" b="1"/>
              <a:t>Flexibility for Expenses</a:t>
            </a:r>
          </a:p>
          <a:p>
            <a:pPr marL="0" lvl="1" indent="0">
              <a:buFont typeface="Arial" panose="020B0604020202020204" pitchFamily="34" charset="0"/>
              <a:buNone/>
            </a:pPr>
            <a:r>
              <a:rPr lang="en-US" sz="1400"/>
              <a:t>Retained balances provide flexibility to cover unexpected expenses like healthcare and emergencies at advanced ages.</a:t>
            </a:r>
          </a:p>
          <a:p>
            <a:pPr marL="0" indent="0">
              <a:spcBef>
                <a:spcPts val="2500"/>
              </a:spcBef>
              <a:buFont typeface="Arial" panose="020B0604020202020204" pitchFamily="34" charset="0"/>
              <a:buNone/>
            </a:pPr>
            <a:r>
              <a:rPr lang="en-US" sz="1400" b="1"/>
              <a:t>Legacy and Estate Planning</a:t>
            </a:r>
          </a:p>
          <a:p>
            <a:pPr marL="0" lvl="1" indent="0">
              <a:buFont typeface="Arial" panose="020B0604020202020204" pitchFamily="34" charset="0"/>
              <a:buNone/>
            </a:pPr>
            <a:r>
              <a:rPr lang="en-US" sz="1400"/>
              <a:t>Remaining 401(k) balance can be passed to heirs, supporting legacy and estate planning goals.</a:t>
            </a:r>
          </a:p>
          <a:p>
            <a:pPr marL="0" indent="0">
              <a:spcBef>
                <a:spcPts val="2500"/>
              </a:spcBef>
              <a:buFont typeface="Arial" panose="020B0604020202020204" pitchFamily="34" charset="0"/>
              <a:buNone/>
            </a:pPr>
            <a:r>
              <a:rPr lang="en-US" sz="1400" b="1"/>
              <a:t>FIA Income Guarantee</a:t>
            </a:r>
          </a:p>
          <a:p>
            <a:pPr marL="0" lvl="1" indent="0">
              <a:buFont typeface="Arial" panose="020B0604020202020204" pitchFamily="34" charset="0"/>
              <a:buNone/>
            </a:pPr>
            <a:r>
              <a:rPr lang="en-US" sz="1400"/>
              <a:t>FIA offers guaranteed lifetime income but usually lacks residual balances for heirs or liquidity.</a:t>
            </a:r>
          </a:p>
        </p:txBody>
      </p:sp>
      <p:sp>
        <p:nvSpPr>
          <p:cNvPr id="4" name="Title 3">
            <a:extLst>
              <a:ext uri="{FF2B5EF4-FFF2-40B4-BE49-F238E27FC236}">
                <a16:creationId xmlns:a16="http://schemas.microsoft.com/office/drawing/2014/main" id="{C51C0455-0A64-1A8D-A2D5-8BC608A0619D}"/>
              </a:ext>
            </a:extLst>
          </p:cNvPr>
          <p:cNvSpPr>
            <a:spLocks noGrp="1"/>
          </p:cNvSpPr>
          <p:nvPr>
            <p:ph type="title"/>
          </p:nvPr>
        </p:nvSpPr>
        <p:spPr>
          <a:xfrm>
            <a:off x="1088136" y="548640"/>
            <a:ext cx="6400800" cy="932688"/>
          </a:xfrm>
        </p:spPr>
        <p:txBody>
          <a:bodyPr anchor="t">
            <a:normAutofit/>
          </a:bodyPr>
          <a:lstStyle/>
          <a:p>
            <a:r>
              <a:rPr lang="en-US" sz="3100"/>
              <a:t>Account Longevity and Legacy Potential</a:t>
            </a:r>
          </a:p>
        </p:txBody>
      </p:sp>
    </p:spTree>
    <p:extLst>
      <p:ext uri="{BB962C8B-B14F-4D97-AF65-F5344CB8AC3E}">
        <p14:creationId xmlns:p14="http://schemas.microsoft.com/office/powerpoint/2010/main" val="16544935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ubtitle 1">
            <a:extLst>
              <a:ext uri="{FF2B5EF4-FFF2-40B4-BE49-F238E27FC236}">
                <a16:creationId xmlns:a16="http://schemas.microsoft.com/office/drawing/2014/main" id="{EB49E6C8-0B0C-5EF0-08E7-733B1650B08B}"/>
              </a:ext>
            </a:extLst>
          </p:cNvPr>
          <p:cNvSpPr>
            <a:spLocks noGrp="1"/>
          </p:cNvSpPr>
          <p:nvPr>
            <p:ph type="subTitle" idx="1"/>
          </p:nvPr>
        </p:nvSpPr>
        <p:spPr>
          <a:xfrm>
            <a:off x="1088136" y="1014984"/>
            <a:ext cx="7772400" cy="594360"/>
          </a:xfrm>
        </p:spPr>
        <p:txBody>
          <a:bodyPr/>
          <a:lstStyle/>
          <a:p>
            <a:endParaRPr lang="en-US"/>
          </a:p>
        </p:txBody>
      </p:sp>
      <p:sp>
        <p:nvSpPr>
          <p:cNvPr id="3" name="Title 2">
            <a:extLst>
              <a:ext uri="{FF2B5EF4-FFF2-40B4-BE49-F238E27FC236}">
                <a16:creationId xmlns:a16="http://schemas.microsoft.com/office/drawing/2014/main" id="{C08A5152-11E3-F91A-E124-76F04853089C}"/>
              </a:ext>
            </a:extLst>
          </p:cNvPr>
          <p:cNvSpPr>
            <a:spLocks noGrp="1"/>
          </p:cNvSpPr>
          <p:nvPr>
            <p:ph type="ctrTitle"/>
          </p:nvPr>
        </p:nvSpPr>
        <p:spPr>
          <a:xfrm>
            <a:off x="1088136" y="1664208"/>
            <a:ext cx="10570464" cy="4626864"/>
          </a:xfrm>
        </p:spPr>
        <p:txBody>
          <a:bodyPr anchor="b">
            <a:normAutofit/>
          </a:bodyPr>
          <a:lstStyle/>
          <a:p>
            <a:r>
              <a:rPr lang="en-US"/>
              <a:t>Key Takeaways</a:t>
            </a:r>
          </a:p>
        </p:txBody>
      </p:sp>
    </p:spTree>
    <p:extLst>
      <p:ext uri="{BB962C8B-B14F-4D97-AF65-F5344CB8AC3E}">
        <p14:creationId xmlns:p14="http://schemas.microsoft.com/office/powerpoint/2010/main" val="18455188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7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Young people should have passion and determination to achieve goal">
            <a:extLst>
              <a:ext uri="{FF2B5EF4-FFF2-40B4-BE49-F238E27FC236}">
                <a16:creationId xmlns:a16="http://schemas.microsoft.com/office/drawing/2014/main" id="{DEE7349E-CFA1-41D5-B24B-EBD479BBB19B}"/>
              </a:ext>
            </a:extLst>
          </p:cNvPr>
          <p:cNvPicPr>
            <a:picLocks noGrp="1" noChangeAspect="1"/>
          </p:cNvPicPr>
          <p:nvPr>
            <p:ph type="pic" sz="quarter" idx="13"/>
          </p:nvPr>
        </p:nvPicPr>
        <p:blipFill>
          <a:blip r:embed="rId3"/>
          <a:srcRect l="18756" r="16892" b="-1"/>
          <a:stretch>
            <a:fillRect/>
          </a:stretch>
        </p:blipFill>
        <p:spPr>
          <a:xfrm>
            <a:off x="20" y="10"/>
            <a:ext cx="6611489" cy="6857990"/>
          </a:xfrm>
          <a:prstGeom prst="rect">
            <a:avLst/>
          </a:prstGeom>
          <a:noFill/>
        </p:spPr>
      </p:pic>
      <p:sp>
        <p:nvSpPr>
          <p:cNvPr id="3" name="Content Placeholder 2">
            <a:extLst>
              <a:ext uri="{FF2B5EF4-FFF2-40B4-BE49-F238E27FC236}">
                <a16:creationId xmlns:a16="http://schemas.microsoft.com/office/drawing/2014/main" id="{2BA47306-C1C2-7D59-4851-602EB80ADCA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040880" y="2212975"/>
            <a:ext cx="4362450" cy="4095750"/>
          </a:xfrm>
        </p:spPr>
        <p:txBody>
          <a:bodyPr>
            <a:normAutofit/>
          </a:bodyPr>
          <a:lstStyle/>
          <a:p>
            <a:pPr marL="0" indent="0">
              <a:spcBef>
                <a:spcPts val="2500"/>
              </a:spcBef>
              <a:buFont typeface="Arial" panose="020B0604020202020204" pitchFamily="34" charset="0"/>
              <a:buNone/>
            </a:pPr>
            <a:r>
              <a:rPr lang="en-US" sz="1400" b="1"/>
              <a:t>Predictable Inflation-Adjusted Income</a:t>
            </a:r>
          </a:p>
          <a:p>
            <a:pPr marL="0" lvl="1" indent="0">
              <a:buFont typeface="Arial" panose="020B0604020202020204" pitchFamily="34" charset="0"/>
              <a:buNone/>
            </a:pPr>
            <a:r>
              <a:rPr lang="en-US" sz="1400"/>
              <a:t>FIA provides lifetime income adjusted for inflation, ensuring steady retirement earnings over time.</a:t>
            </a:r>
          </a:p>
          <a:p>
            <a:pPr marL="0" indent="0">
              <a:spcBef>
                <a:spcPts val="2500"/>
              </a:spcBef>
              <a:buFont typeface="Arial" panose="020B0604020202020204" pitchFamily="34" charset="0"/>
              <a:buNone/>
            </a:pPr>
            <a:r>
              <a:rPr lang="en-US" sz="1400" b="1"/>
              <a:t>Balance Retention and Legacy</a:t>
            </a:r>
          </a:p>
          <a:p>
            <a:pPr marL="0" lvl="1" indent="0">
              <a:buFont typeface="Arial" panose="020B0604020202020204" pitchFamily="34" charset="0"/>
              <a:buNone/>
            </a:pPr>
            <a:r>
              <a:rPr lang="en-US" sz="1400"/>
              <a:t>401(k) maintains account balance and allows asset inheritance, offering more flexibility and legacy options.</a:t>
            </a:r>
          </a:p>
          <a:p>
            <a:pPr marL="0" indent="0">
              <a:spcBef>
                <a:spcPts val="2500"/>
              </a:spcBef>
              <a:buFont typeface="Arial" panose="020B0604020202020204" pitchFamily="34" charset="0"/>
              <a:buNone/>
            </a:pPr>
            <a:r>
              <a:rPr lang="en-US" sz="1400" b="1"/>
              <a:t>Tax Treatment Differences</a:t>
            </a:r>
          </a:p>
          <a:p>
            <a:pPr marL="0" lvl="1" indent="0">
              <a:buFont typeface="Arial" panose="020B0604020202020204" pitchFamily="34" charset="0"/>
              <a:buNone/>
            </a:pPr>
            <a:r>
              <a:rPr lang="en-US" sz="1400"/>
              <a:t>FIA income is partially taxable when post-tax funded; 401(k) withdrawals are fully taxable if pre-tax funded.</a:t>
            </a:r>
          </a:p>
        </p:txBody>
      </p:sp>
      <p:sp>
        <p:nvSpPr>
          <p:cNvPr id="4" name="Title 3">
            <a:extLst>
              <a:ext uri="{FF2B5EF4-FFF2-40B4-BE49-F238E27FC236}">
                <a16:creationId xmlns:a16="http://schemas.microsoft.com/office/drawing/2014/main" id="{46E611C4-C248-659F-4D9B-315A9F21BC73}"/>
              </a:ext>
            </a:extLst>
          </p:cNvPr>
          <p:cNvSpPr>
            <a:spLocks noGrp="1"/>
          </p:cNvSpPr>
          <p:nvPr>
            <p:ph type="title"/>
          </p:nvPr>
        </p:nvSpPr>
        <p:spPr>
          <a:xfrm>
            <a:off x="7040880" y="584339"/>
            <a:ext cx="4297680" cy="1527048"/>
          </a:xfrm>
        </p:spPr>
        <p:txBody>
          <a:bodyPr anchor="t">
            <a:normAutofit/>
          </a:bodyPr>
          <a:lstStyle/>
          <a:p>
            <a:r>
              <a:rPr lang="en-US" sz="3400"/>
              <a:t>Summary of Benefits and Considerations</a:t>
            </a:r>
          </a:p>
        </p:txBody>
      </p:sp>
    </p:spTree>
    <p:extLst>
      <p:ext uri="{BB962C8B-B14F-4D97-AF65-F5344CB8AC3E}">
        <p14:creationId xmlns:p14="http://schemas.microsoft.com/office/powerpoint/2010/main" val="18855728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Bjorn Showcase">
  <a:themeElements>
    <a:clrScheme name="Bjorn">
      <a:dk1>
        <a:sysClr val="windowText" lastClr="000000"/>
      </a:dk1>
      <a:lt1>
        <a:sysClr val="window" lastClr="FFFFFF"/>
      </a:lt1>
      <a:dk2>
        <a:srgbClr val="252747"/>
      </a:dk2>
      <a:lt2>
        <a:srgbClr val="ECE4E9"/>
      </a:lt2>
      <a:accent1>
        <a:srgbClr val="736EB6"/>
      </a:accent1>
      <a:accent2>
        <a:srgbClr val="AB5991"/>
      </a:accent2>
      <a:accent3>
        <a:srgbClr val="AC9F39"/>
      </a:accent3>
      <a:accent4>
        <a:srgbClr val="756029"/>
      </a:accent4>
      <a:accent5>
        <a:srgbClr val="E87850"/>
      </a:accent5>
      <a:accent6>
        <a:srgbClr val="C6922A"/>
      </a:accent6>
      <a:hlink>
        <a:srgbClr val="736EB6"/>
      </a:hlink>
      <a:folHlink>
        <a:srgbClr val="AB5991"/>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Showcase_win32_EF_v7" id="{6F1A2123-933E-4821-BABA-C25B36A9C821}" vid="{CA20EF57-394B-4941-B950-E17669DF955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9</Slides>
  <Notes>9</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Bjorn Showcase</vt:lpstr>
      <vt:lpstr>FIA vs 401(k) Retirement Income Comparison</vt:lpstr>
      <vt:lpstr>Scenario Overview</vt:lpstr>
      <vt:lpstr>Investment and Retirement Parameters</vt:lpstr>
      <vt:lpstr>Cumulative Income Comparison</vt:lpstr>
      <vt:lpstr>Income Growth and Total Payouts</vt:lpstr>
      <vt:lpstr>401(k) Remaining Balance</vt:lpstr>
      <vt:lpstr>Account Longevity and Legacy Potential</vt:lpstr>
      <vt:lpstr>Key Takeaways</vt:lpstr>
      <vt:lpstr>Summary of Benefits and Considerations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3</cp:revision>
  <dcterms:created xsi:type="dcterms:W3CDTF">2013-07-15T20:26:40Z</dcterms:created>
  <dcterms:modified xsi:type="dcterms:W3CDTF">2025-09-10T09:05:57Z</dcterms:modified>
</cp:coreProperties>
</file>